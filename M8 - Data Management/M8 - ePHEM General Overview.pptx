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6" r:id="rId5"/>
  </p:sldMasterIdLst>
  <p:notesMasterIdLst>
    <p:notesMasterId r:id="rId17"/>
  </p:notesMasterIdLst>
  <p:sldIdLst>
    <p:sldId id="290" r:id="rId6"/>
    <p:sldId id="269" r:id="rId7"/>
    <p:sldId id="259" r:id="rId8"/>
    <p:sldId id="301" r:id="rId9"/>
    <p:sldId id="261" r:id="rId10"/>
    <p:sldId id="260" r:id="rId11"/>
    <p:sldId id="262" r:id="rId12"/>
    <p:sldId id="306" r:id="rId13"/>
    <p:sldId id="264" r:id="rId14"/>
    <p:sldId id="265" r:id="rId15"/>
    <p:sldId id="266" r:id="rId16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96" autoAdjust="0"/>
    <p:restoredTop sz="94660"/>
  </p:normalViewPr>
  <p:slideViewPr>
    <p:cSldViewPr>
      <p:cViewPr>
        <p:scale>
          <a:sx n="50" d="100"/>
          <a:sy n="50" d="100"/>
        </p:scale>
        <p:origin x="370" y="-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zekas Salyer, Stephanie J. (CDC/GHC/DGHP)" userId="S::wig9@cdc.gov::b58de227-9f44-4364-8903-acdf037cd956" providerId="AD" clId="Web-{6032F4FE-EEFD-EBF6-0DDF-06A7E9E6DCC1}"/>
    <pc:docChg chg="mod">
      <pc:chgData name="Fazekas Salyer, Stephanie J. (CDC/GHC/DGHP)" userId="S::wig9@cdc.gov::b58de227-9f44-4364-8903-acdf037cd956" providerId="AD" clId="Web-{6032F4FE-EEFD-EBF6-0DDF-06A7E9E6DCC1}" dt="2026-05-12T08:48:52.155" v="0" actId="33475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62378C-F67C-462D-BB84-0CB71021E2D1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5EDC72-9FFC-4492-968A-E8308D512A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6617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00" b="1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1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1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465" y="0"/>
            <a:ext cx="20102830" cy="11306175"/>
          </a:xfrm>
          <a:custGeom>
            <a:avLst/>
            <a:gdLst/>
            <a:ahLst/>
            <a:cxnLst/>
            <a:rect l="l" t="t" r="r" b="b"/>
            <a:pathLst>
              <a:path w="20102830" h="11306175">
                <a:moveTo>
                  <a:pt x="20102623" y="0"/>
                </a:moveTo>
                <a:lnTo>
                  <a:pt x="0" y="0"/>
                </a:lnTo>
                <a:lnTo>
                  <a:pt x="0" y="11305624"/>
                </a:lnTo>
                <a:lnTo>
                  <a:pt x="20102623" y="11305624"/>
                </a:lnTo>
                <a:lnTo>
                  <a:pt x="20102623" y="0"/>
                </a:lnTo>
                <a:close/>
              </a:path>
            </a:pathLst>
          </a:custGeom>
          <a:solidFill>
            <a:srgbClr val="2C3D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6057900" cy="1610360"/>
          </a:xfrm>
          <a:custGeom>
            <a:avLst/>
            <a:gdLst/>
            <a:ahLst/>
            <a:cxnLst/>
            <a:rect l="l" t="t" r="r" b="b"/>
            <a:pathLst>
              <a:path w="6057900" h="1610360">
                <a:moveTo>
                  <a:pt x="6057538" y="0"/>
                </a:moveTo>
                <a:lnTo>
                  <a:pt x="0" y="0"/>
                </a:lnTo>
                <a:lnTo>
                  <a:pt x="0" y="1609922"/>
                </a:lnTo>
                <a:lnTo>
                  <a:pt x="4609686" y="1609922"/>
                </a:lnTo>
                <a:lnTo>
                  <a:pt x="4657479" y="1609148"/>
                </a:lnTo>
                <a:lnTo>
                  <a:pt x="4704883" y="1606843"/>
                </a:lnTo>
                <a:lnTo>
                  <a:pt x="4751877" y="1603029"/>
                </a:lnTo>
                <a:lnTo>
                  <a:pt x="4798436" y="1597731"/>
                </a:lnTo>
                <a:lnTo>
                  <a:pt x="4844536" y="1590972"/>
                </a:lnTo>
                <a:lnTo>
                  <a:pt x="4890154" y="1582777"/>
                </a:lnTo>
                <a:lnTo>
                  <a:pt x="4935265" y="1573170"/>
                </a:lnTo>
                <a:lnTo>
                  <a:pt x="4979846" y="1562173"/>
                </a:lnTo>
                <a:lnTo>
                  <a:pt x="5023872" y="1549812"/>
                </a:lnTo>
                <a:lnTo>
                  <a:pt x="5067321" y="1536109"/>
                </a:lnTo>
                <a:lnTo>
                  <a:pt x="5110168" y="1521089"/>
                </a:lnTo>
                <a:lnTo>
                  <a:pt x="5152389" y="1504776"/>
                </a:lnTo>
                <a:lnTo>
                  <a:pt x="5193960" y="1487193"/>
                </a:lnTo>
                <a:lnTo>
                  <a:pt x="5234858" y="1468365"/>
                </a:lnTo>
                <a:lnTo>
                  <a:pt x="5275059" y="1448314"/>
                </a:lnTo>
                <a:lnTo>
                  <a:pt x="5314539" y="1427066"/>
                </a:lnTo>
                <a:lnTo>
                  <a:pt x="5353274" y="1404643"/>
                </a:lnTo>
                <a:lnTo>
                  <a:pt x="5391240" y="1381071"/>
                </a:lnTo>
                <a:lnTo>
                  <a:pt x="5428413" y="1356371"/>
                </a:lnTo>
                <a:lnTo>
                  <a:pt x="5464770" y="1330569"/>
                </a:lnTo>
                <a:lnTo>
                  <a:pt x="5500287" y="1303688"/>
                </a:lnTo>
                <a:lnTo>
                  <a:pt x="5534939" y="1275752"/>
                </a:lnTo>
                <a:lnTo>
                  <a:pt x="5568704" y="1246786"/>
                </a:lnTo>
                <a:lnTo>
                  <a:pt x="5601556" y="1216811"/>
                </a:lnTo>
                <a:lnTo>
                  <a:pt x="5633473" y="1185854"/>
                </a:lnTo>
                <a:lnTo>
                  <a:pt x="5664431" y="1153937"/>
                </a:lnTo>
                <a:lnTo>
                  <a:pt x="5694405" y="1121084"/>
                </a:lnTo>
                <a:lnTo>
                  <a:pt x="5723371" y="1087320"/>
                </a:lnTo>
                <a:lnTo>
                  <a:pt x="5751307" y="1052667"/>
                </a:lnTo>
                <a:lnTo>
                  <a:pt x="5778187" y="1017150"/>
                </a:lnTo>
                <a:lnTo>
                  <a:pt x="5803989" y="980793"/>
                </a:lnTo>
                <a:lnTo>
                  <a:pt x="5828688" y="943620"/>
                </a:lnTo>
                <a:lnTo>
                  <a:pt x="5852261" y="905654"/>
                </a:lnTo>
                <a:lnTo>
                  <a:pt x="5874684" y="866919"/>
                </a:lnTo>
                <a:lnTo>
                  <a:pt x="5895932" y="827439"/>
                </a:lnTo>
                <a:lnTo>
                  <a:pt x="5915982" y="787238"/>
                </a:lnTo>
                <a:lnTo>
                  <a:pt x="5934810" y="746340"/>
                </a:lnTo>
                <a:lnTo>
                  <a:pt x="5952393" y="704769"/>
                </a:lnTo>
                <a:lnTo>
                  <a:pt x="5968706" y="662548"/>
                </a:lnTo>
                <a:lnTo>
                  <a:pt x="5983726" y="619701"/>
                </a:lnTo>
                <a:lnTo>
                  <a:pt x="5997428" y="576253"/>
                </a:lnTo>
                <a:lnTo>
                  <a:pt x="6009789" y="532227"/>
                </a:lnTo>
                <a:lnTo>
                  <a:pt x="6020785" y="487646"/>
                </a:lnTo>
                <a:lnTo>
                  <a:pt x="6030393" y="442536"/>
                </a:lnTo>
                <a:lnTo>
                  <a:pt x="6038588" y="396918"/>
                </a:lnTo>
                <a:lnTo>
                  <a:pt x="6045346" y="350819"/>
                </a:lnTo>
                <a:lnTo>
                  <a:pt x="6050644" y="304260"/>
                </a:lnTo>
                <a:lnTo>
                  <a:pt x="6054458" y="257267"/>
                </a:lnTo>
                <a:lnTo>
                  <a:pt x="6056764" y="209863"/>
                </a:lnTo>
                <a:lnTo>
                  <a:pt x="6057538" y="162071"/>
                </a:lnTo>
                <a:lnTo>
                  <a:pt x="6057538" y="0"/>
                </a:lnTo>
                <a:close/>
              </a:path>
            </a:pathLst>
          </a:custGeom>
          <a:solidFill>
            <a:srgbClr val="344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0"/>
            <a:ext cx="6057900" cy="1610360"/>
          </a:xfrm>
          <a:custGeom>
            <a:avLst/>
            <a:gdLst/>
            <a:ahLst/>
            <a:cxnLst/>
            <a:rect l="l" t="t" r="r" b="b"/>
            <a:pathLst>
              <a:path w="6057900" h="1610360">
                <a:moveTo>
                  <a:pt x="6057538" y="0"/>
                </a:moveTo>
                <a:lnTo>
                  <a:pt x="6057538" y="162071"/>
                </a:lnTo>
                <a:lnTo>
                  <a:pt x="6056764" y="209863"/>
                </a:lnTo>
                <a:lnTo>
                  <a:pt x="6054458" y="257267"/>
                </a:lnTo>
                <a:lnTo>
                  <a:pt x="6050644" y="304260"/>
                </a:lnTo>
                <a:lnTo>
                  <a:pt x="6045346" y="350819"/>
                </a:lnTo>
                <a:lnTo>
                  <a:pt x="6038588" y="396918"/>
                </a:lnTo>
                <a:lnTo>
                  <a:pt x="6030393" y="442536"/>
                </a:lnTo>
                <a:lnTo>
                  <a:pt x="6020785" y="487646"/>
                </a:lnTo>
                <a:lnTo>
                  <a:pt x="6009789" y="532227"/>
                </a:lnTo>
                <a:lnTo>
                  <a:pt x="5997428" y="576253"/>
                </a:lnTo>
                <a:lnTo>
                  <a:pt x="5983726" y="619701"/>
                </a:lnTo>
                <a:lnTo>
                  <a:pt x="5968706" y="662548"/>
                </a:lnTo>
                <a:lnTo>
                  <a:pt x="5952393" y="704769"/>
                </a:lnTo>
                <a:lnTo>
                  <a:pt x="5934810" y="746340"/>
                </a:lnTo>
                <a:lnTo>
                  <a:pt x="5915982" y="787238"/>
                </a:lnTo>
                <a:lnTo>
                  <a:pt x="5895932" y="827439"/>
                </a:lnTo>
                <a:lnTo>
                  <a:pt x="5874684" y="866919"/>
                </a:lnTo>
                <a:lnTo>
                  <a:pt x="5852261" y="905654"/>
                </a:lnTo>
                <a:lnTo>
                  <a:pt x="5828688" y="943620"/>
                </a:lnTo>
                <a:lnTo>
                  <a:pt x="5803989" y="980793"/>
                </a:lnTo>
                <a:lnTo>
                  <a:pt x="5778187" y="1017150"/>
                </a:lnTo>
                <a:lnTo>
                  <a:pt x="5751307" y="1052667"/>
                </a:lnTo>
                <a:lnTo>
                  <a:pt x="5723371" y="1087320"/>
                </a:lnTo>
                <a:lnTo>
                  <a:pt x="5694405" y="1121084"/>
                </a:lnTo>
                <a:lnTo>
                  <a:pt x="5664431" y="1153937"/>
                </a:lnTo>
                <a:lnTo>
                  <a:pt x="5633473" y="1185854"/>
                </a:lnTo>
                <a:lnTo>
                  <a:pt x="5601556" y="1216811"/>
                </a:lnTo>
                <a:lnTo>
                  <a:pt x="5568704" y="1246786"/>
                </a:lnTo>
                <a:lnTo>
                  <a:pt x="5534939" y="1275752"/>
                </a:lnTo>
                <a:lnTo>
                  <a:pt x="5500287" y="1303688"/>
                </a:lnTo>
                <a:lnTo>
                  <a:pt x="5464770" y="1330569"/>
                </a:lnTo>
                <a:lnTo>
                  <a:pt x="5428413" y="1356371"/>
                </a:lnTo>
                <a:lnTo>
                  <a:pt x="5391240" y="1381071"/>
                </a:lnTo>
                <a:lnTo>
                  <a:pt x="5353274" y="1404643"/>
                </a:lnTo>
                <a:lnTo>
                  <a:pt x="5314539" y="1427066"/>
                </a:lnTo>
                <a:lnTo>
                  <a:pt x="5275059" y="1448314"/>
                </a:lnTo>
                <a:lnTo>
                  <a:pt x="5234858" y="1468365"/>
                </a:lnTo>
                <a:lnTo>
                  <a:pt x="5193960" y="1487193"/>
                </a:lnTo>
                <a:lnTo>
                  <a:pt x="5152389" y="1504776"/>
                </a:lnTo>
                <a:lnTo>
                  <a:pt x="5110168" y="1521089"/>
                </a:lnTo>
                <a:lnTo>
                  <a:pt x="5067321" y="1536109"/>
                </a:lnTo>
                <a:lnTo>
                  <a:pt x="5023872" y="1549812"/>
                </a:lnTo>
                <a:lnTo>
                  <a:pt x="4979846" y="1562173"/>
                </a:lnTo>
                <a:lnTo>
                  <a:pt x="4935265" y="1573170"/>
                </a:lnTo>
                <a:lnTo>
                  <a:pt x="4890154" y="1582777"/>
                </a:lnTo>
                <a:lnTo>
                  <a:pt x="4844536" y="1590972"/>
                </a:lnTo>
                <a:lnTo>
                  <a:pt x="4798436" y="1597731"/>
                </a:lnTo>
                <a:lnTo>
                  <a:pt x="4751877" y="1603029"/>
                </a:lnTo>
                <a:lnTo>
                  <a:pt x="4704883" y="1606843"/>
                </a:lnTo>
                <a:lnTo>
                  <a:pt x="4657479" y="1609148"/>
                </a:lnTo>
                <a:lnTo>
                  <a:pt x="4609686" y="1609922"/>
                </a:lnTo>
                <a:lnTo>
                  <a:pt x="0" y="1609922"/>
                </a:lnTo>
              </a:path>
            </a:pathLst>
          </a:custGeom>
          <a:ln w="5235">
            <a:solidFill>
              <a:srgbClr val="BD4A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1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8" y="3505898"/>
            <a:ext cx="17088487" cy="723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72961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70212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2C3D5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554" y="5556"/>
            <a:ext cx="11210465" cy="1130300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760796" y="2888226"/>
            <a:ext cx="5790565" cy="2230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49" b="0" i="0">
                <a:solidFill>
                  <a:srgbClr val="D9D9D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1"/>
            <a:ext cx="87452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9457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42731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22963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465" y="0"/>
            <a:ext cx="20102830" cy="11306175"/>
          </a:xfrm>
          <a:custGeom>
            <a:avLst/>
            <a:gdLst/>
            <a:ahLst/>
            <a:cxnLst/>
            <a:rect l="l" t="t" r="r" b="b"/>
            <a:pathLst>
              <a:path w="20102830" h="11306175">
                <a:moveTo>
                  <a:pt x="20102623" y="0"/>
                </a:moveTo>
                <a:lnTo>
                  <a:pt x="0" y="0"/>
                </a:lnTo>
                <a:lnTo>
                  <a:pt x="0" y="11305624"/>
                </a:lnTo>
                <a:lnTo>
                  <a:pt x="20102623" y="11305624"/>
                </a:lnTo>
                <a:lnTo>
                  <a:pt x="20102623" y="0"/>
                </a:lnTo>
                <a:close/>
              </a:path>
            </a:pathLst>
          </a:custGeom>
          <a:solidFill>
            <a:srgbClr val="2C3D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6853" y="235594"/>
            <a:ext cx="18467211" cy="18624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00" b="1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2C3D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8154" y="288549"/>
            <a:ext cx="19447788" cy="723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1"/>
            <a:ext cx="1809369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5"/>
            <a:ext cx="643331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4" y="10517696"/>
            <a:ext cx="462394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78923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53923">
        <a:defRPr>
          <a:latin typeface="+mn-lt"/>
          <a:ea typeface="+mn-ea"/>
          <a:cs typeface="+mn-cs"/>
        </a:defRPr>
      </a:lvl2pPr>
      <a:lvl3pPr marL="1507846">
        <a:defRPr>
          <a:latin typeface="+mn-lt"/>
          <a:ea typeface="+mn-ea"/>
          <a:cs typeface="+mn-cs"/>
        </a:defRPr>
      </a:lvl3pPr>
      <a:lvl4pPr marL="2261768">
        <a:defRPr>
          <a:latin typeface="+mn-lt"/>
          <a:ea typeface="+mn-ea"/>
          <a:cs typeface="+mn-cs"/>
        </a:defRPr>
      </a:lvl4pPr>
      <a:lvl5pPr marL="3015691">
        <a:defRPr>
          <a:latin typeface="+mn-lt"/>
          <a:ea typeface="+mn-ea"/>
          <a:cs typeface="+mn-cs"/>
        </a:defRPr>
      </a:lvl5pPr>
      <a:lvl6pPr marL="3769614">
        <a:defRPr>
          <a:latin typeface="+mn-lt"/>
          <a:ea typeface="+mn-ea"/>
          <a:cs typeface="+mn-cs"/>
        </a:defRPr>
      </a:lvl6pPr>
      <a:lvl7pPr marL="4523537">
        <a:defRPr>
          <a:latin typeface="+mn-lt"/>
          <a:ea typeface="+mn-ea"/>
          <a:cs typeface="+mn-cs"/>
        </a:defRPr>
      </a:lvl7pPr>
      <a:lvl8pPr marL="5277460">
        <a:defRPr>
          <a:latin typeface="+mn-lt"/>
          <a:ea typeface="+mn-ea"/>
          <a:cs typeface="+mn-cs"/>
        </a:defRPr>
      </a:lvl8pPr>
      <a:lvl9pPr marL="603138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53923">
        <a:defRPr>
          <a:latin typeface="+mn-lt"/>
          <a:ea typeface="+mn-ea"/>
          <a:cs typeface="+mn-cs"/>
        </a:defRPr>
      </a:lvl2pPr>
      <a:lvl3pPr marL="1507846">
        <a:defRPr>
          <a:latin typeface="+mn-lt"/>
          <a:ea typeface="+mn-ea"/>
          <a:cs typeface="+mn-cs"/>
        </a:defRPr>
      </a:lvl3pPr>
      <a:lvl4pPr marL="2261768">
        <a:defRPr>
          <a:latin typeface="+mn-lt"/>
          <a:ea typeface="+mn-ea"/>
          <a:cs typeface="+mn-cs"/>
        </a:defRPr>
      </a:lvl4pPr>
      <a:lvl5pPr marL="3015691">
        <a:defRPr>
          <a:latin typeface="+mn-lt"/>
          <a:ea typeface="+mn-ea"/>
          <a:cs typeface="+mn-cs"/>
        </a:defRPr>
      </a:lvl5pPr>
      <a:lvl6pPr marL="3769614">
        <a:defRPr>
          <a:latin typeface="+mn-lt"/>
          <a:ea typeface="+mn-ea"/>
          <a:cs typeface="+mn-cs"/>
        </a:defRPr>
      </a:lvl6pPr>
      <a:lvl7pPr marL="4523537">
        <a:defRPr>
          <a:latin typeface="+mn-lt"/>
          <a:ea typeface="+mn-ea"/>
          <a:cs typeface="+mn-cs"/>
        </a:defRPr>
      </a:lvl7pPr>
      <a:lvl8pPr marL="5277460">
        <a:defRPr>
          <a:latin typeface="+mn-lt"/>
          <a:ea typeface="+mn-ea"/>
          <a:cs typeface="+mn-cs"/>
        </a:defRPr>
      </a:lvl8pPr>
      <a:lvl9pPr marL="603138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sv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3" Type="http://schemas.openxmlformats.org/officeDocument/2006/relationships/image" Target="../media/image54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hyperlink" Target="mailto:(ephem@who.int" TargetMode="External"/><Relationship Id="rId10" Type="http://schemas.openxmlformats.org/officeDocument/2006/relationships/image" Target="../media/image60.png"/><Relationship Id="rId4" Type="http://schemas.openxmlformats.org/officeDocument/2006/relationships/image" Target="../media/image55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336" y="9593213"/>
            <a:ext cx="20086059" cy="1714948"/>
          </a:xfrm>
          <a:prstGeom prst="rect">
            <a:avLst/>
          </a:prstGeom>
        </p:spPr>
      </p:pic>
      <p:grpSp>
        <p:nvGrpSpPr>
          <p:cNvPr id="3" name="object 3"/>
          <p:cNvGrpSpPr>
            <a:grpSpLocks noGrp="1" noUngrp="1" noRot="1" noMove="1" noResize="1"/>
          </p:cNvGrpSpPr>
          <p:nvPr/>
        </p:nvGrpSpPr>
        <p:grpSpPr>
          <a:xfrm>
            <a:off x="1028381" y="658237"/>
            <a:ext cx="18266399" cy="9375751"/>
            <a:chOff x="1027748" y="657885"/>
            <a:chExt cx="18267680" cy="9376410"/>
          </a:xfrm>
        </p:grpSpPr>
        <p:pic>
          <p:nvPicPr>
            <p:cNvPr id="4" name="object 4"/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431825" y="657885"/>
              <a:ext cx="1688849" cy="1945281"/>
            </a:xfrm>
            <a:prstGeom prst="rect">
              <a:avLst/>
            </a:prstGeom>
          </p:spPr>
        </p:pic>
        <p:pic>
          <p:nvPicPr>
            <p:cNvPr id="5" name="object 5"/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7748" y="849572"/>
              <a:ext cx="18267654" cy="9184456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108737" y="3382174"/>
            <a:ext cx="5760951" cy="2549287"/>
          </a:xfrm>
          <a:prstGeom prst="rect">
            <a:avLst/>
          </a:prstGeom>
        </p:spPr>
        <p:txBody>
          <a:bodyPr vert="horz" wrap="square" lIns="0" tIns="17779" rIns="0" bIns="0" rtlCol="0">
            <a:spAutoFit/>
          </a:bodyPr>
          <a:lstStyle/>
          <a:p>
            <a:pPr marL="12699">
              <a:spcBef>
                <a:spcPts val="140"/>
              </a:spcBef>
            </a:pPr>
            <a:r>
              <a:rPr sz="16449" spc="-970" dirty="0">
                <a:solidFill>
                  <a:srgbClr val="BD4A5F"/>
                </a:solidFill>
              </a:rPr>
              <a:t>PHEM</a:t>
            </a:r>
            <a:endParaRPr sz="16449" dirty="0"/>
          </a:p>
        </p:txBody>
      </p:sp>
      <p:sp>
        <p:nvSpPr>
          <p:cNvPr id="7" name="object 7"/>
          <p:cNvSpPr txBox="1"/>
          <p:nvPr/>
        </p:nvSpPr>
        <p:spPr>
          <a:xfrm>
            <a:off x="957047" y="6062626"/>
            <a:ext cx="7225158" cy="1117608"/>
          </a:xfrm>
          <a:prstGeom prst="rect">
            <a:avLst/>
          </a:prstGeom>
        </p:spPr>
        <p:txBody>
          <a:bodyPr vert="horz" wrap="square" lIns="0" tIns="65399" rIns="0" bIns="0" rtlCol="0">
            <a:spAutoFit/>
          </a:bodyPr>
          <a:lstStyle/>
          <a:p>
            <a:pPr marL="12699" marR="5081">
              <a:lnSpc>
                <a:spcPts val="4119"/>
              </a:lnSpc>
              <a:spcBef>
                <a:spcPts val="514"/>
              </a:spcBef>
              <a:tabLst>
                <a:tab pos="3155803" algn="l"/>
                <a:tab pos="3258033" algn="l"/>
                <a:tab pos="5427728" algn="l"/>
              </a:tabLst>
            </a:pPr>
            <a:r>
              <a:rPr sz="3700" spc="529" dirty="0">
                <a:solidFill>
                  <a:srgbClr val="BD4A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Electronic</a:t>
            </a:r>
            <a:r>
              <a:rPr sz="3700" dirty="0">
                <a:solidFill>
                  <a:srgbClr val="BD4A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sz="3700" spc="529" dirty="0">
                <a:solidFill>
                  <a:srgbClr val="BD4A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</a:t>
            </a:r>
            <a:r>
              <a:rPr sz="3700" dirty="0">
                <a:solidFill>
                  <a:srgbClr val="BD4A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3700" spc="470" dirty="0">
                <a:solidFill>
                  <a:srgbClr val="BD4A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Health </a:t>
            </a:r>
            <a:r>
              <a:rPr sz="3700" spc="505" dirty="0">
                <a:solidFill>
                  <a:srgbClr val="BD4A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Emergency</a:t>
            </a:r>
            <a:r>
              <a:rPr sz="3700" dirty="0">
                <a:solidFill>
                  <a:srgbClr val="BD4A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3700" spc="490" dirty="0">
                <a:solidFill>
                  <a:srgbClr val="BD4A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Managment </a:t>
            </a:r>
            <a:endParaRPr sz="3700" dirty="0">
              <a:solidFill>
                <a:srgbClr val="BD4A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69749" y="5903985"/>
            <a:ext cx="7014352" cy="7620"/>
          </a:xfrm>
          <a:custGeom>
            <a:avLst/>
            <a:gdLst/>
            <a:ahLst/>
            <a:cxnLst/>
            <a:rect l="l" t="t" r="r" b="b"/>
            <a:pathLst>
              <a:path w="7014845" h="7620">
                <a:moveTo>
                  <a:pt x="5312155" y="0"/>
                </a:moveTo>
                <a:lnTo>
                  <a:pt x="0" y="3576"/>
                </a:lnTo>
                <a:lnTo>
                  <a:pt x="1702466" y="7168"/>
                </a:lnTo>
                <a:lnTo>
                  <a:pt x="7014624" y="3576"/>
                </a:lnTo>
                <a:lnTo>
                  <a:pt x="53121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587750" y="9180471"/>
            <a:ext cx="7100011" cy="825545"/>
          </a:xfrm>
          <a:prstGeom prst="rect">
            <a:avLst/>
          </a:prstGeom>
        </p:spPr>
        <p:txBody>
          <a:bodyPr vert="horz" wrap="square" lIns="0" tIns="13333" rIns="0" bIns="0" rtlCol="0">
            <a:spAutoFit/>
          </a:bodyPr>
          <a:lstStyle/>
          <a:p>
            <a:pPr marL="12699" algn="ctr">
              <a:spcBef>
                <a:spcPts val="106"/>
              </a:spcBef>
            </a:pPr>
            <a:r>
              <a:rPr lang="en-US" sz="5277" spc="110" dirty="0">
                <a:solidFill>
                  <a:srgbClr val="D9D9D9"/>
                </a:solidFill>
                <a:latin typeface="Tahoma"/>
                <a:cs typeface="Tahoma"/>
              </a:rPr>
              <a:t>Project Overview</a:t>
            </a:r>
            <a:endParaRPr sz="5277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247570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7F945-B0F9-374F-9C12-A7DDB774A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129B18CD-CC2D-81C0-617F-6E771C7B3393}"/>
              </a:ext>
            </a:extLst>
          </p:cNvPr>
          <p:cNvGrpSpPr/>
          <p:nvPr/>
        </p:nvGrpSpPr>
        <p:grpSpPr>
          <a:xfrm>
            <a:off x="-2617" y="-2617"/>
            <a:ext cx="20077430" cy="2452601"/>
            <a:chOff x="-2617" y="-2617"/>
            <a:chExt cx="20077430" cy="286512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EE7F7CDB-BEEC-2066-56CC-40C7D5B45062}"/>
                </a:ext>
              </a:extLst>
            </p:cNvPr>
            <p:cNvSpPr/>
            <p:nvPr/>
          </p:nvSpPr>
          <p:spPr>
            <a:xfrm>
              <a:off x="0" y="0"/>
              <a:ext cx="20072350" cy="2860040"/>
            </a:xfrm>
            <a:custGeom>
              <a:avLst/>
              <a:gdLst/>
              <a:ahLst/>
              <a:cxnLst/>
              <a:rect l="l" t="t" r="r" b="b"/>
              <a:pathLst>
                <a:path w="20072350" h="2860040">
                  <a:moveTo>
                    <a:pt x="20071840" y="0"/>
                  </a:moveTo>
                  <a:lnTo>
                    <a:pt x="0" y="0"/>
                  </a:lnTo>
                  <a:lnTo>
                    <a:pt x="0" y="2859854"/>
                  </a:lnTo>
                  <a:lnTo>
                    <a:pt x="18833521" y="2859854"/>
                  </a:lnTo>
                  <a:lnTo>
                    <a:pt x="18882146" y="2858917"/>
                  </a:lnTo>
                  <a:lnTo>
                    <a:pt x="18930295" y="2856128"/>
                  </a:lnTo>
                  <a:lnTo>
                    <a:pt x="18977936" y="2851523"/>
                  </a:lnTo>
                  <a:lnTo>
                    <a:pt x="19025032" y="2845135"/>
                  </a:lnTo>
                  <a:lnTo>
                    <a:pt x="19071551" y="2836999"/>
                  </a:lnTo>
                  <a:lnTo>
                    <a:pt x="19117457" y="2827149"/>
                  </a:lnTo>
                  <a:lnTo>
                    <a:pt x="19162716" y="2815620"/>
                  </a:lnTo>
                  <a:lnTo>
                    <a:pt x="19207294" y="2802446"/>
                  </a:lnTo>
                  <a:lnTo>
                    <a:pt x="19251156" y="2787662"/>
                  </a:lnTo>
                  <a:lnTo>
                    <a:pt x="19294268" y="2771301"/>
                  </a:lnTo>
                  <a:lnTo>
                    <a:pt x="19336595" y="2753399"/>
                  </a:lnTo>
                  <a:lnTo>
                    <a:pt x="19378103" y="2733990"/>
                  </a:lnTo>
                  <a:lnTo>
                    <a:pt x="19418758" y="2713108"/>
                  </a:lnTo>
                  <a:lnTo>
                    <a:pt x="19458525" y="2690787"/>
                  </a:lnTo>
                  <a:lnTo>
                    <a:pt x="19497370" y="2667063"/>
                  </a:lnTo>
                  <a:lnTo>
                    <a:pt x="19535258" y="2641969"/>
                  </a:lnTo>
                  <a:lnTo>
                    <a:pt x="19572155" y="2615540"/>
                  </a:lnTo>
                  <a:lnTo>
                    <a:pt x="19608027" y="2587810"/>
                  </a:lnTo>
                  <a:lnTo>
                    <a:pt x="19642839" y="2558813"/>
                  </a:lnTo>
                  <a:lnTo>
                    <a:pt x="19676556" y="2528585"/>
                  </a:lnTo>
                  <a:lnTo>
                    <a:pt x="19709145" y="2497159"/>
                  </a:lnTo>
                  <a:lnTo>
                    <a:pt x="19740571" y="2464570"/>
                  </a:lnTo>
                  <a:lnTo>
                    <a:pt x="19770799" y="2430853"/>
                  </a:lnTo>
                  <a:lnTo>
                    <a:pt x="19799796" y="2396041"/>
                  </a:lnTo>
                  <a:lnTo>
                    <a:pt x="19827526" y="2360169"/>
                  </a:lnTo>
                  <a:lnTo>
                    <a:pt x="19853955" y="2323272"/>
                  </a:lnTo>
                  <a:lnTo>
                    <a:pt x="19879049" y="2285384"/>
                  </a:lnTo>
                  <a:lnTo>
                    <a:pt x="19902773" y="2246539"/>
                  </a:lnTo>
                  <a:lnTo>
                    <a:pt x="19925094" y="2206772"/>
                  </a:lnTo>
                  <a:lnTo>
                    <a:pt x="19945976" y="2166117"/>
                  </a:lnTo>
                  <a:lnTo>
                    <a:pt x="19965385" y="2124609"/>
                  </a:lnTo>
                  <a:lnTo>
                    <a:pt x="19983287" y="2082282"/>
                  </a:lnTo>
                  <a:lnTo>
                    <a:pt x="19999648" y="2039170"/>
                  </a:lnTo>
                  <a:lnTo>
                    <a:pt x="20014432" y="1995308"/>
                  </a:lnTo>
                  <a:lnTo>
                    <a:pt x="20027606" y="1950730"/>
                  </a:lnTo>
                  <a:lnTo>
                    <a:pt x="20039135" y="1905471"/>
                  </a:lnTo>
                  <a:lnTo>
                    <a:pt x="20048985" y="1859565"/>
                  </a:lnTo>
                  <a:lnTo>
                    <a:pt x="20057121" y="1813046"/>
                  </a:lnTo>
                  <a:lnTo>
                    <a:pt x="20063509" y="1765950"/>
                  </a:lnTo>
                  <a:lnTo>
                    <a:pt x="20068114" y="1718310"/>
                  </a:lnTo>
                  <a:lnTo>
                    <a:pt x="20070903" y="1670160"/>
                  </a:lnTo>
                  <a:lnTo>
                    <a:pt x="20071840" y="1621535"/>
                  </a:lnTo>
                  <a:lnTo>
                    <a:pt x="20071840" y="0"/>
                  </a:lnTo>
                  <a:close/>
                </a:path>
              </a:pathLst>
            </a:custGeom>
            <a:solidFill>
              <a:srgbClr val="34485E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2F9AC13-7736-848F-A9FD-98E805E7AF83}"/>
                </a:ext>
              </a:extLst>
            </p:cNvPr>
            <p:cNvSpPr/>
            <p:nvPr/>
          </p:nvSpPr>
          <p:spPr>
            <a:xfrm>
              <a:off x="0" y="0"/>
              <a:ext cx="20072350" cy="2860040"/>
            </a:xfrm>
            <a:custGeom>
              <a:avLst/>
              <a:gdLst/>
              <a:ahLst/>
              <a:cxnLst/>
              <a:rect l="l" t="t" r="r" b="b"/>
              <a:pathLst>
                <a:path w="20072350" h="2860040">
                  <a:moveTo>
                    <a:pt x="20071840" y="0"/>
                  </a:moveTo>
                  <a:lnTo>
                    <a:pt x="20071840" y="1621535"/>
                  </a:lnTo>
                  <a:lnTo>
                    <a:pt x="20070903" y="1670160"/>
                  </a:lnTo>
                  <a:lnTo>
                    <a:pt x="20068114" y="1718310"/>
                  </a:lnTo>
                  <a:lnTo>
                    <a:pt x="20063509" y="1765950"/>
                  </a:lnTo>
                  <a:lnTo>
                    <a:pt x="20057121" y="1813046"/>
                  </a:lnTo>
                  <a:lnTo>
                    <a:pt x="20048985" y="1859565"/>
                  </a:lnTo>
                  <a:lnTo>
                    <a:pt x="20039135" y="1905471"/>
                  </a:lnTo>
                  <a:lnTo>
                    <a:pt x="20027606" y="1950730"/>
                  </a:lnTo>
                  <a:lnTo>
                    <a:pt x="20014432" y="1995308"/>
                  </a:lnTo>
                  <a:lnTo>
                    <a:pt x="19999648" y="2039170"/>
                  </a:lnTo>
                  <a:lnTo>
                    <a:pt x="19983287" y="2082282"/>
                  </a:lnTo>
                  <a:lnTo>
                    <a:pt x="19965385" y="2124609"/>
                  </a:lnTo>
                  <a:lnTo>
                    <a:pt x="19945976" y="2166117"/>
                  </a:lnTo>
                  <a:lnTo>
                    <a:pt x="19925094" y="2206772"/>
                  </a:lnTo>
                  <a:lnTo>
                    <a:pt x="19902773" y="2246539"/>
                  </a:lnTo>
                  <a:lnTo>
                    <a:pt x="19879049" y="2285384"/>
                  </a:lnTo>
                  <a:lnTo>
                    <a:pt x="19853955" y="2323272"/>
                  </a:lnTo>
                  <a:lnTo>
                    <a:pt x="19827526" y="2360169"/>
                  </a:lnTo>
                  <a:lnTo>
                    <a:pt x="19799796" y="2396041"/>
                  </a:lnTo>
                  <a:lnTo>
                    <a:pt x="19770799" y="2430853"/>
                  </a:lnTo>
                  <a:lnTo>
                    <a:pt x="19740571" y="2464570"/>
                  </a:lnTo>
                  <a:lnTo>
                    <a:pt x="19709145" y="2497159"/>
                  </a:lnTo>
                  <a:lnTo>
                    <a:pt x="19676556" y="2528585"/>
                  </a:lnTo>
                  <a:lnTo>
                    <a:pt x="19642839" y="2558813"/>
                  </a:lnTo>
                  <a:lnTo>
                    <a:pt x="19608027" y="2587810"/>
                  </a:lnTo>
                  <a:lnTo>
                    <a:pt x="19572155" y="2615540"/>
                  </a:lnTo>
                  <a:lnTo>
                    <a:pt x="19535258" y="2641969"/>
                  </a:lnTo>
                  <a:lnTo>
                    <a:pt x="19497370" y="2667063"/>
                  </a:lnTo>
                  <a:lnTo>
                    <a:pt x="19458525" y="2690787"/>
                  </a:lnTo>
                  <a:lnTo>
                    <a:pt x="19418758" y="2713108"/>
                  </a:lnTo>
                  <a:lnTo>
                    <a:pt x="19378103" y="2733990"/>
                  </a:lnTo>
                  <a:lnTo>
                    <a:pt x="19336595" y="2753399"/>
                  </a:lnTo>
                  <a:lnTo>
                    <a:pt x="19294268" y="2771301"/>
                  </a:lnTo>
                  <a:lnTo>
                    <a:pt x="19251156" y="2787662"/>
                  </a:lnTo>
                  <a:lnTo>
                    <a:pt x="19207294" y="2802446"/>
                  </a:lnTo>
                  <a:lnTo>
                    <a:pt x="19162716" y="2815620"/>
                  </a:lnTo>
                  <a:lnTo>
                    <a:pt x="19117457" y="2827149"/>
                  </a:lnTo>
                  <a:lnTo>
                    <a:pt x="19071551" y="2836999"/>
                  </a:lnTo>
                  <a:lnTo>
                    <a:pt x="19025032" y="2845135"/>
                  </a:lnTo>
                  <a:lnTo>
                    <a:pt x="18977936" y="2851523"/>
                  </a:lnTo>
                  <a:lnTo>
                    <a:pt x="18930295" y="2856128"/>
                  </a:lnTo>
                  <a:lnTo>
                    <a:pt x="18882146" y="2858917"/>
                  </a:lnTo>
                  <a:lnTo>
                    <a:pt x="18833521" y="2859854"/>
                  </a:lnTo>
                  <a:lnTo>
                    <a:pt x="0" y="2859854"/>
                  </a:lnTo>
                </a:path>
              </a:pathLst>
            </a:custGeom>
            <a:ln w="5235">
              <a:solidFill>
                <a:srgbClr val="BD4A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7CB80299-EFE5-3BEB-47A8-28F2CA77A2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9461" y="527204"/>
            <a:ext cx="18526589" cy="55848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550" spc="-130" dirty="0"/>
              <a:t>Why do we need an </a:t>
            </a:r>
            <a:r>
              <a:rPr lang="en-US" sz="3550" spc="95" dirty="0">
                <a:solidFill>
                  <a:srgbClr val="BD4A5F"/>
                </a:solidFill>
              </a:rPr>
              <a:t>Information System</a:t>
            </a:r>
            <a:r>
              <a:rPr lang="en-GB" sz="3550" spc="95" dirty="0"/>
              <a:t>?</a:t>
            </a:r>
            <a:endParaRPr sz="3550" dirty="0"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9E3031C6-0278-D546-3A63-C41B963D9502}"/>
              </a:ext>
            </a:extLst>
          </p:cNvPr>
          <p:cNvSpPr/>
          <p:nvPr/>
        </p:nvSpPr>
        <p:spPr>
          <a:xfrm>
            <a:off x="0" y="11298085"/>
            <a:ext cx="20104100" cy="10795"/>
          </a:xfrm>
          <a:custGeom>
            <a:avLst/>
            <a:gdLst/>
            <a:ahLst/>
            <a:cxnLst/>
            <a:rect l="l" t="t" r="r" b="b"/>
            <a:pathLst>
              <a:path w="20104100" h="10795">
                <a:moveTo>
                  <a:pt x="20104100" y="0"/>
                </a:moveTo>
                <a:lnTo>
                  <a:pt x="0" y="0"/>
                </a:lnTo>
                <a:lnTo>
                  <a:pt x="0" y="10470"/>
                </a:lnTo>
                <a:lnTo>
                  <a:pt x="20104100" y="10470"/>
                </a:lnTo>
                <a:lnTo>
                  <a:pt x="20104100" y="0"/>
                </a:lnTo>
                <a:close/>
              </a:path>
            </a:pathLst>
          </a:custGeom>
          <a:solidFill>
            <a:srgbClr val="BD4A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7AE867-B38F-A52B-368D-273F2F094BD2}"/>
              </a:ext>
            </a:extLst>
          </p:cNvPr>
          <p:cNvSpPr txBox="1"/>
          <p:nvPr/>
        </p:nvSpPr>
        <p:spPr>
          <a:xfrm>
            <a:off x="1058465" y="8120018"/>
            <a:ext cx="4419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b="1" dirty="0">
                <a:solidFill>
                  <a:schemeClr val="bg1"/>
                </a:solidFill>
                <a:latin typeface="Arial" panose="020B0604020202020204" pitchFamily="34" charset="0"/>
              </a:rPr>
              <a:t>Automatic analysis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19F02333-7067-8F52-095F-54474791C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80850" y="8233258"/>
            <a:ext cx="54102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Institutional memory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72E7B3-F7DD-E410-104E-9301E5B7E415}"/>
              </a:ext>
            </a:extLst>
          </p:cNvPr>
          <p:cNvSpPr txBox="1"/>
          <p:nvPr/>
        </p:nvSpPr>
        <p:spPr>
          <a:xfrm>
            <a:off x="222250" y="5457260"/>
            <a:ext cx="100536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Less manual work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8C6F99B-5120-237C-AAB2-3247703EB547}"/>
              </a:ext>
            </a:extLst>
          </p:cNvPr>
          <p:cNvSpPr txBox="1"/>
          <p:nvPr/>
        </p:nvSpPr>
        <p:spPr>
          <a:xfrm>
            <a:off x="3956050" y="6872980"/>
            <a:ext cx="6553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Validation and Fewer errors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CEF20F-D828-6D41-91A0-507A92D538AC}"/>
              </a:ext>
            </a:extLst>
          </p:cNvPr>
          <p:cNvSpPr txBox="1"/>
          <p:nvPr/>
        </p:nvSpPr>
        <p:spPr>
          <a:xfrm>
            <a:off x="2051050" y="3151281"/>
            <a:ext cx="24344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Efficiency 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8AC36E0-59F1-DD97-262D-DB45929B19C7}"/>
              </a:ext>
            </a:extLst>
          </p:cNvPr>
          <p:cNvSpPr txBox="1"/>
          <p:nvPr/>
        </p:nvSpPr>
        <p:spPr>
          <a:xfrm>
            <a:off x="3949700" y="4363120"/>
            <a:ext cx="46402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System integration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28E6435-CFE6-A7E5-FBA0-1C0F9B6F1E09}"/>
              </a:ext>
            </a:extLst>
          </p:cNvPr>
          <p:cNvSpPr txBox="1"/>
          <p:nvPr/>
        </p:nvSpPr>
        <p:spPr>
          <a:xfrm>
            <a:off x="11738372" y="3151281"/>
            <a:ext cx="100536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Better coordination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FC9655C-B680-CACE-7E5B-0B9D3DCAEA0D}"/>
              </a:ext>
            </a:extLst>
          </p:cNvPr>
          <p:cNvSpPr txBox="1"/>
          <p:nvPr/>
        </p:nvSpPr>
        <p:spPr>
          <a:xfrm>
            <a:off x="13938250" y="4282533"/>
            <a:ext cx="56538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Data sharing &amp; access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4B5D77C-4696-A492-5874-4EA0A16330B3}"/>
              </a:ext>
            </a:extLst>
          </p:cNvPr>
          <p:cNvSpPr txBox="1"/>
          <p:nvPr/>
        </p:nvSpPr>
        <p:spPr>
          <a:xfrm>
            <a:off x="10960100" y="5577143"/>
            <a:ext cx="2971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Governance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A99E62D-E292-4A2C-1FC6-51721FE547C4}"/>
              </a:ext>
            </a:extLst>
          </p:cNvPr>
          <p:cNvSpPr txBox="1"/>
          <p:nvPr/>
        </p:nvSpPr>
        <p:spPr>
          <a:xfrm>
            <a:off x="14115256" y="6786355"/>
            <a:ext cx="40655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Standardization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4022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29" grpId="0"/>
      <p:bldP spid="31" grpId="0"/>
      <p:bldP spid="33" grpId="0"/>
      <p:bldP spid="50" grpId="0"/>
      <p:bldP spid="52" grpId="0"/>
      <p:bldP spid="55" grpId="0"/>
      <p:bldP spid="57" grpId="0"/>
      <p:bldP spid="5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617" y="-2617"/>
            <a:ext cx="20077430" cy="2452601"/>
            <a:chOff x="-2617" y="-2617"/>
            <a:chExt cx="20077430" cy="286512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0072350" cy="2860040"/>
            </a:xfrm>
            <a:custGeom>
              <a:avLst/>
              <a:gdLst/>
              <a:ahLst/>
              <a:cxnLst/>
              <a:rect l="l" t="t" r="r" b="b"/>
              <a:pathLst>
                <a:path w="20072350" h="2860040">
                  <a:moveTo>
                    <a:pt x="20071840" y="0"/>
                  </a:moveTo>
                  <a:lnTo>
                    <a:pt x="0" y="0"/>
                  </a:lnTo>
                  <a:lnTo>
                    <a:pt x="0" y="2859854"/>
                  </a:lnTo>
                  <a:lnTo>
                    <a:pt x="18833521" y="2859854"/>
                  </a:lnTo>
                  <a:lnTo>
                    <a:pt x="18882146" y="2858917"/>
                  </a:lnTo>
                  <a:lnTo>
                    <a:pt x="18930295" y="2856128"/>
                  </a:lnTo>
                  <a:lnTo>
                    <a:pt x="18977936" y="2851523"/>
                  </a:lnTo>
                  <a:lnTo>
                    <a:pt x="19025032" y="2845135"/>
                  </a:lnTo>
                  <a:lnTo>
                    <a:pt x="19071551" y="2836999"/>
                  </a:lnTo>
                  <a:lnTo>
                    <a:pt x="19117457" y="2827149"/>
                  </a:lnTo>
                  <a:lnTo>
                    <a:pt x="19162716" y="2815620"/>
                  </a:lnTo>
                  <a:lnTo>
                    <a:pt x="19207294" y="2802446"/>
                  </a:lnTo>
                  <a:lnTo>
                    <a:pt x="19251156" y="2787662"/>
                  </a:lnTo>
                  <a:lnTo>
                    <a:pt x="19294268" y="2771301"/>
                  </a:lnTo>
                  <a:lnTo>
                    <a:pt x="19336595" y="2753399"/>
                  </a:lnTo>
                  <a:lnTo>
                    <a:pt x="19378103" y="2733990"/>
                  </a:lnTo>
                  <a:lnTo>
                    <a:pt x="19418758" y="2713108"/>
                  </a:lnTo>
                  <a:lnTo>
                    <a:pt x="19458525" y="2690787"/>
                  </a:lnTo>
                  <a:lnTo>
                    <a:pt x="19497370" y="2667063"/>
                  </a:lnTo>
                  <a:lnTo>
                    <a:pt x="19535258" y="2641969"/>
                  </a:lnTo>
                  <a:lnTo>
                    <a:pt x="19572155" y="2615540"/>
                  </a:lnTo>
                  <a:lnTo>
                    <a:pt x="19608027" y="2587810"/>
                  </a:lnTo>
                  <a:lnTo>
                    <a:pt x="19642839" y="2558813"/>
                  </a:lnTo>
                  <a:lnTo>
                    <a:pt x="19676556" y="2528585"/>
                  </a:lnTo>
                  <a:lnTo>
                    <a:pt x="19709145" y="2497159"/>
                  </a:lnTo>
                  <a:lnTo>
                    <a:pt x="19740571" y="2464570"/>
                  </a:lnTo>
                  <a:lnTo>
                    <a:pt x="19770799" y="2430853"/>
                  </a:lnTo>
                  <a:lnTo>
                    <a:pt x="19799796" y="2396041"/>
                  </a:lnTo>
                  <a:lnTo>
                    <a:pt x="19827526" y="2360169"/>
                  </a:lnTo>
                  <a:lnTo>
                    <a:pt x="19853955" y="2323272"/>
                  </a:lnTo>
                  <a:lnTo>
                    <a:pt x="19879049" y="2285384"/>
                  </a:lnTo>
                  <a:lnTo>
                    <a:pt x="19902773" y="2246539"/>
                  </a:lnTo>
                  <a:lnTo>
                    <a:pt x="19925094" y="2206772"/>
                  </a:lnTo>
                  <a:lnTo>
                    <a:pt x="19945976" y="2166117"/>
                  </a:lnTo>
                  <a:lnTo>
                    <a:pt x="19965385" y="2124609"/>
                  </a:lnTo>
                  <a:lnTo>
                    <a:pt x="19983287" y="2082282"/>
                  </a:lnTo>
                  <a:lnTo>
                    <a:pt x="19999648" y="2039170"/>
                  </a:lnTo>
                  <a:lnTo>
                    <a:pt x="20014432" y="1995308"/>
                  </a:lnTo>
                  <a:lnTo>
                    <a:pt x="20027606" y="1950730"/>
                  </a:lnTo>
                  <a:lnTo>
                    <a:pt x="20039135" y="1905471"/>
                  </a:lnTo>
                  <a:lnTo>
                    <a:pt x="20048985" y="1859565"/>
                  </a:lnTo>
                  <a:lnTo>
                    <a:pt x="20057121" y="1813046"/>
                  </a:lnTo>
                  <a:lnTo>
                    <a:pt x="20063509" y="1765950"/>
                  </a:lnTo>
                  <a:lnTo>
                    <a:pt x="20068114" y="1718310"/>
                  </a:lnTo>
                  <a:lnTo>
                    <a:pt x="20070903" y="1670160"/>
                  </a:lnTo>
                  <a:lnTo>
                    <a:pt x="20071840" y="1621535"/>
                  </a:lnTo>
                  <a:lnTo>
                    <a:pt x="20071840" y="0"/>
                  </a:lnTo>
                  <a:close/>
                </a:path>
              </a:pathLst>
            </a:custGeom>
            <a:solidFill>
              <a:srgbClr val="34485E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20072350" cy="2860040"/>
            </a:xfrm>
            <a:custGeom>
              <a:avLst/>
              <a:gdLst/>
              <a:ahLst/>
              <a:cxnLst/>
              <a:rect l="l" t="t" r="r" b="b"/>
              <a:pathLst>
                <a:path w="20072350" h="2860040">
                  <a:moveTo>
                    <a:pt x="20071840" y="0"/>
                  </a:moveTo>
                  <a:lnTo>
                    <a:pt x="20071840" y="1621535"/>
                  </a:lnTo>
                  <a:lnTo>
                    <a:pt x="20070903" y="1670160"/>
                  </a:lnTo>
                  <a:lnTo>
                    <a:pt x="20068114" y="1718310"/>
                  </a:lnTo>
                  <a:lnTo>
                    <a:pt x="20063509" y="1765950"/>
                  </a:lnTo>
                  <a:lnTo>
                    <a:pt x="20057121" y="1813046"/>
                  </a:lnTo>
                  <a:lnTo>
                    <a:pt x="20048985" y="1859565"/>
                  </a:lnTo>
                  <a:lnTo>
                    <a:pt x="20039135" y="1905471"/>
                  </a:lnTo>
                  <a:lnTo>
                    <a:pt x="20027606" y="1950730"/>
                  </a:lnTo>
                  <a:lnTo>
                    <a:pt x="20014432" y="1995308"/>
                  </a:lnTo>
                  <a:lnTo>
                    <a:pt x="19999648" y="2039170"/>
                  </a:lnTo>
                  <a:lnTo>
                    <a:pt x="19983287" y="2082282"/>
                  </a:lnTo>
                  <a:lnTo>
                    <a:pt x="19965385" y="2124609"/>
                  </a:lnTo>
                  <a:lnTo>
                    <a:pt x="19945976" y="2166117"/>
                  </a:lnTo>
                  <a:lnTo>
                    <a:pt x="19925094" y="2206772"/>
                  </a:lnTo>
                  <a:lnTo>
                    <a:pt x="19902773" y="2246539"/>
                  </a:lnTo>
                  <a:lnTo>
                    <a:pt x="19879049" y="2285384"/>
                  </a:lnTo>
                  <a:lnTo>
                    <a:pt x="19853955" y="2323272"/>
                  </a:lnTo>
                  <a:lnTo>
                    <a:pt x="19827526" y="2360169"/>
                  </a:lnTo>
                  <a:lnTo>
                    <a:pt x="19799796" y="2396041"/>
                  </a:lnTo>
                  <a:lnTo>
                    <a:pt x="19770799" y="2430853"/>
                  </a:lnTo>
                  <a:lnTo>
                    <a:pt x="19740571" y="2464570"/>
                  </a:lnTo>
                  <a:lnTo>
                    <a:pt x="19709145" y="2497159"/>
                  </a:lnTo>
                  <a:lnTo>
                    <a:pt x="19676556" y="2528585"/>
                  </a:lnTo>
                  <a:lnTo>
                    <a:pt x="19642839" y="2558813"/>
                  </a:lnTo>
                  <a:lnTo>
                    <a:pt x="19608027" y="2587810"/>
                  </a:lnTo>
                  <a:lnTo>
                    <a:pt x="19572155" y="2615540"/>
                  </a:lnTo>
                  <a:lnTo>
                    <a:pt x="19535258" y="2641969"/>
                  </a:lnTo>
                  <a:lnTo>
                    <a:pt x="19497370" y="2667063"/>
                  </a:lnTo>
                  <a:lnTo>
                    <a:pt x="19458525" y="2690787"/>
                  </a:lnTo>
                  <a:lnTo>
                    <a:pt x="19418758" y="2713108"/>
                  </a:lnTo>
                  <a:lnTo>
                    <a:pt x="19378103" y="2733990"/>
                  </a:lnTo>
                  <a:lnTo>
                    <a:pt x="19336595" y="2753399"/>
                  </a:lnTo>
                  <a:lnTo>
                    <a:pt x="19294268" y="2771301"/>
                  </a:lnTo>
                  <a:lnTo>
                    <a:pt x="19251156" y="2787662"/>
                  </a:lnTo>
                  <a:lnTo>
                    <a:pt x="19207294" y="2802446"/>
                  </a:lnTo>
                  <a:lnTo>
                    <a:pt x="19162716" y="2815620"/>
                  </a:lnTo>
                  <a:lnTo>
                    <a:pt x="19117457" y="2827149"/>
                  </a:lnTo>
                  <a:lnTo>
                    <a:pt x="19071551" y="2836999"/>
                  </a:lnTo>
                  <a:lnTo>
                    <a:pt x="19025032" y="2845135"/>
                  </a:lnTo>
                  <a:lnTo>
                    <a:pt x="18977936" y="2851523"/>
                  </a:lnTo>
                  <a:lnTo>
                    <a:pt x="18930295" y="2856128"/>
                  </a:lnTo>
                  <a:lnTo>
                    <a:pt x="18882146" y="2858917"/>
                  </a:lnTo>
                  <a:lnTo>
                    <a:pt x="18833521" y="2859854"/>
                  </a:lnTo>
                  <a:lnTo>
                    <a:pt x="0" y="2859854"/>
                  </a:lnTo>
                </a:path>
              </a:pathLst>
            </a:custGeom>
            <a:ln w="5235">
              <a:solidFill>
                <a:srgbClr val="BD4A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69461" y="527204"/>
            <a:ext cx="18526589" cy="16510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550" spc="95" dirty="0">
                <a:solidFill>
                  <a:srgbClr val="BD4A5F"/>
                </a:solidFill>
              </a:rPr>
              <a:t>Requirements</a:t>
            </a:r>
            <a:r>
              <a:rPr lang="en-US" sz="3550" spc="-25" dirty="0">
                <a:solidFill>
                  <a:srgbClr val="BD4A5F"/>
                </a:solidFill>
              </a:rPr>
              <a:t> </a:t>
            </a:r>
            <a:r>
              <a:rPr sz="3550" spc="95" dirty="0"/>
              <a:t>for</a:t>
            </a:r>
            <a:r>
              <a:rPr sz="3550" spc="-25" dirty="0"/>
              <a:t> </a:t>
            </a:r>
            <a:r>
              <a:rPr lang="en-US" sz="3550" spc="50" dirty="0"/>
              <a:t>a Digital Public Health </a:t>
            </a:r>
            <a:r>
              <a:rPr sz="3550" spc="-60" dirty="0"/>
              <a:t>Emergency</a:t>
            </a:r>
            <a:r>
              <a:rPr sz="3550" spc="-20" dirty="0"/>
              <a:t> </a:t>
            </a:r>
            <a:r>
              <a:rPr sz="3550" spc="-130" dirty="0"/>
              <a:t>Managemen</a:t>
            </a:r>
            <a:r>
              <a:rPr lang="en-US" sz="3550" spc="-130" dirty="0"/>
              <a:t>t</a:t>
            </a:r>
            <a:br>
              <a:rPr lang="en-US" sz="3550" spc="-130" dirty="0"/>
            </a:br>
            <a:br>
              <a:rPr lang="en-US" sz="3550" spc="-130" dirty="0"/>
            </a:br>
            <a:r>
              <a:rPr lang="en-US" sz="3550" spc="-130" dirty="0"/>
              <a:t>Collected in 2019 @ Muscat                62 countries from Africa and The Eastern Mediterranean </a:t>
            </a:r>
            <a:endParaRPr sz="3550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E7CEEDD-4D1D-D4A1-C2F3-772A115C506F}"/>
              </a:ext>
            </a:extLst>
          </p:cNvPr>
          <p:cNvGrpSpPr/>
          <p:nvPr/>
        </p:nvGrpSpPr>
        <p:grpSpPr>
          <a:xfrm>
            <a:off x="10966450" y="4054475"/>
            <a:ext cx="5637156" cy="5760512"/>
            <a:chOff x="7205131" y="4287406"/>
            <a:chExt cx="5637156" cy="5760512"/>
          </a:xfrm>
        </p:grpSpPr>
        <p:grpSp>
          <p:nvGrpSpPr>
            <p:cNvPr id="9" name="object 9"/>
            <p:cNvGrpSpPr/>
            <p:nvPr/>
          </p:nvGrpSpPr>
          <p:grpSpPr>
            <a:xfrm>
              <a:off x="9975897" y="4287406"/>
              <a:ext cx="2866390" cy="2514600"/>
              <a:chOff x="9975897" y="4287406"/>
              <a:chExt cx="2866390" cy="2514600"/>
            </a:xfrm>
          </p:grpSpPr>
          <p:sp>
            <p:nvSpPr>
              <p:cNvPr id="10" name="object 10"/>
              <p:cNvSpPr/>
              <p:nvPr/>
            </p:nvSpPr>
            <p:spPr>
              <a:xfrm>
                <a:off x="9975897" y="4287406"/>
                <a:ext cx="2799715" cy="2514600"/>
              </a:xfrm>
              <a:custGeom>
                <a:avLst/>
                <a:gdLst/>
                <a:ahLst/>
                <a:cxnLst/>
                <a:rect l="l" t="t" r="r" b="b"/>
                <a:pathLst>
                  <a:path w="2799715" h="2514600">
                    <a:moveTo>
                      <a:pt x="192127" y="0"/>
                    </a:moveTo>
                    <a:lnTo>
                      <a:pt x="144342" y="131"/>
                    </a:lnTo>
                    <a:lnTo>
                      <a:pt x="96387" y="1125"/>
                    </a:lnTo>
                    <a:lnTo>
                      <a:pt x="48270" y="2990"/>
                    </a:lnTo>
                    <a:lnTo>
                      <a:pt x="0" y="5733"/>
                    </a:lnTo>
                    <a:lnTo>
                      <a:pt x="55893" y="853435"/>
                    </a:lnTo>
                    <a:lnTo>
                      <a:pt x="104088" y="850905"/>
                    </a:lnTo>
                    <a:lnTo>
                      <a:pt x="152050" y="849663"/>
                    </a:lnTo>
                    <a:lnTo>
                      <a:pt x="199762" y="849695"/>
                    </a:lnTo>
                    <a:lnTo>
                      <a:pt x="247207" y="850984"/>
                    </a:lnTo>
                    <a:lnTo>
                      <a:pt x="294368" y="853517"/>
                    </a:lnTo>
                    <a:lnTo>
                      <a:pt x="341227" y="857277"/>
                    </a:lnTo>
                    <a:lnTo>
                      <a:pt x="387768" y="862251"/>
                    </a:lnTo>
                    <a:lnTo>
                      <a:pt x="433973" y="868422"/>
                    </a:lnTo>
                    <a:lnTo>
                      <a:pt x="479825" y="875776"/>
                    </a:lnTo>
                    <a:lnTo>
                      <a:pt x="525306" y="884297"/>
                    </a:lnTo>
                    <a:lnTo>
                      <a:pt x="570401" y="893972"/>
                    </a:lnTo>
                    <a:lnTo>
                      <a:pt x="615090" y="904783"/>
                    </a:lnTo>
                    <a:lnTo>
                      <a:pt x="659358" y="916718"/>
                    </a:lnTo>
                    <a:lnTo>
                      <a:pt x="703187" y="929759"/>
                    </a:lnTo>
                    <a:lnTo>
                      <a:pt x="746560" y="943894"/>
                    </a:lnTo>
                    <a:lnTo>
                      <a:pt x="789459" y="959105"/>
                    </a:lnTo>
                    <a:lnTo>
                      <a:pt x="831868" y="975379"/>
                    </a:lnTo>
                    <a:lnTo>
                      <a:pt x="873770" y="992700"/>
                    </a:lnTo>
                    <a:lnTo>
                      <a:pt x="915146" y="1011053"/>
                    </a:lnTo>
                    <a:lnTo>
                      <a:pt x="955980" y="1030423"/>
                    </a:lnTo>
                    <a:lnTo>
                      <a:pt x="996256" y="1050795"/>
                    </a:lnTo>
                    <a:lnTo>
                      <a:pt x="1035954" y="1072155"/>
                    </a:lnTo>
                    <a:lnTo>
                      <a:pt x="1075059" y="1094486"/>
                    </a:lnTo>
                    <a:lnTo>
                      <a:pt x="1113554" y="1117774"/>
                    </a:lnTo>
                    <a:lnTo>
                      <a:pt x="1151420" y="1142004"/>
                    </a:lnTo>
                    <a:lnTo>
                      <a:pt x="1188641" y="1167160"/>
                    </a:lnTo>
                    <a:lnTo>
                      <a:pt x="1225200" y="1193228"/>
                    </a:lnTo>
                    <a:lnTo>
                      <a:pt x="1261079" y="1220193"/>
                    </a:lnTo>
                    <a:lnTo>
                      <a:pt x="1296262" y="1248040"/>
                    </a:lnTo>
                    <a:lnTo>
                      <a:pt x="1330730" y="1276752"/>
                    </a:lnTo>
                    <a:lnTo>
                      <a:pt x="1364468" y="1306317"/>
                    </a:lnTo>
                    <a:lnTo>
                      <a:pt x="1397457" y="1336718"/>
                    </a:lnTo>
                    <a:lnTo>
                      <a:pt x="1429681" y="1367940"/>
                    </a:lnTo>
                    <a:lnTo>
                      <a:pt x="1461122" y="1399968"/>
                    </a:lnTo>
                    <a:lnTo>
                      <a:pt x="1491763" y="1432787"/>
                    </a:lnTo>
                    <a:lnTo>
                      <a:pt x="1521587" y="1466383"/>
                    </a:lnTo>
                    <a:lnTo>
                      <a:pt x="1550577" y="1500740"/>
                    </a:lnTo>
                    <a:lnTo>
                      <a:pt x="1578716" y="1535843"/>
                    </a:lnTo>
                    <a:lnTo>
                      <a:pt x="1605986" y="1571676"/>
                    </a:lnTo>
                    <a:lnTo>
                      <a:pt x="1632370" y="1608226"/>
                    </a:lnTo>
                    <a:lnTo>
                      <a:pt x="1657852" y="1645477"/>
                    </a:lnTo>
                    <a:lnTo>
                      <a:pt x="1682413" y="1683413"/>
                    </a:lnTo>
                    <a:lnTo>
                      <a:pt x="1706037" y="1722020"/>
                    </a:lnTo>
                    <a:lnTo>
                      <a:pt x="1728706" y="1761282"/>
                    </a:lnTo>
                    <a:lnTo>
                      <a:pt x="1750404" y="1801186"/>
                    </a:lnTo>
                    <a:lnTo>
                      <a:pt x="1771113" y="1841715"/>
                    </a:lnTo>
                    <a:lnTo>
                      <a:pt x="1790816" y="1882854"/>
                    </a:lnTo>
                    <a:lnTo>
                      <a:pt x="1809495" y="1924589"/>
                    </a:lnTo>
                    <a:lnTo>
                      <a:pt x="1827135" y="1966904"/>
                    </a:lnTo>
                    <a:lnTo>
                      <a:pt x="1843716" y="2009784"/>
                    </a:lnTo>
                    <a:lnTo>
                      <a:pt x="1859223" y="2053215"/>
                    </a:lnTo>
                    <a:lnTo>
                      <a:pt x="1873638" y="2097181"/>
                    </a:lnTo>
                    <a:lnTo>
                      <a:pt x="1886943" y="2141667"/>
                    </a:lnTo>
                    <a:lnTo>
                      <a:pt x="1899122" y="2186658"/>
                    </a:lnTo>
                    <a:lnTo>
                      <a:pt x="1910158" y="2232139"/>
                    </a:lnTo>
                    <a:lnTo>
                      <a:pt x="1920033" y="2278095"/>
                    </a:lnTo>
                    <a:lnTo>
                      <a:pt x="1928730" y="2324511"/>
                    </a:lnTo>
                    <a:lnTo>
                      <a:pt x="1936232" y="2371372"/>
                    </a:lnTo>
                    <a:lnTo>
                      <a:pt x="1942522" y="2418663"/>
                    </a:lnTo>
                    <a:lnTo>
                      <a:pt x="1947582" y="2466368"/>
                    </a:lnTo>
                    <a:lnTo>
                      <a:pt x="1951406" y="2514588"/>
                    </a:lnTo>
                    <a:lnTo>
                      <a:pt x="2799108" y="2458705"/>
                    </a:lnTo>
                    <a:lnTo>
                      <a:pt x="2795483" y="2410370"/>
                    </a:lnTo>
                    <a:lnTo>
                      <a:pt x="2791019" y="2362429"/>
                    </a:lnTo>
                    <a:lnTo>
                      <a:pt x="2785714" y="2314763"/>
                    </a:lnTo>
                    <a:lnTo>
                      <a:pt x="2779574" y="2267377"/>
                    </a:lnTo>
                    <a:lnTo>
                      <a:pt x="2772609" y="2220281"/>
                    </a:lnTo>
                    <a:lnTo>
                      <a:pt x="2764826" y="2173480"/>
                    </a:lnTo>
                    <a:lnTo>
                      <a:pt x="2756233" y="2126981"/>
                    </a:lnTo>
                    <a:lnTo>
                      <a:pt x="2746838" y="2080792"/>
                    </a:lnTo>
                    <a:lnTo>
                      <a:pt x="2736649" y="2034919"/>
                    </a:lnTo>
                    <a:lnTo>
                      <a:pt x="2725674" y="1989368"/>
                    </a:lnTo>
                    <a:lnTo>
                      <a:pt x="2713920" y="1944148"/>
                    </a:lnTo>
                    <a:lnTo>
                      <a:pt x="2701395" y="1899265"/>
                    </a:lnTo>
                    <a:lnTo>
                      <a:pt x="2688108" y="1854726"/>
                    </a:lnTo>
                    <a:lnTo>
                      <a:pt x="2674067" y="1810538"/>
                    </a:lnTo>
                    <a:lnTo>
                      <a:pt x="2659278" y="1766708"/>
                    </a:lnTo>
                    <a:lnTo>
                      <a:pt x="2643751" y="1723242"/>
                    </a:lnTo>
                    <a:lnTo>
                      <a:pt x="2627493" y="1680148"/>
                    </a:lnTo>
                    <a:lnTo>
                      <a:pt x="2610511" y="1637432"/>
                    </a:lnTo>
                    <a:lnTo>
                      <a:pt x="2592815" y="1595102"/>
                    </a:lnTo>
                    <a:lnTo>
                      <a:pt x="2574411" y="1553165"/>
                    </a:lnTo>
                    <a:lnTo>
                      <a:pt x="2555308" y="1511626"/>
                    </a:lnTo>
                    <a:lnTo>
                      <a:pt x="2535513" y="1470494"/>
                    </a:lnTo>
                    <a:lnTo>
                      <a:pt x="2515035" y="1429775"/>
                    </a:lnTo>
                    <a:lnTo>
                      <a:pt x="2493881" y="1389477"/>
                    </a:lnTo>
                    <a:lnTo>
                      <a:pt x="2472060" y="1349605"/>
                    </a:lnTo>
                    <a:lnTo>
                      <a:pt x="2449579" y="1310167"/>
                    </a:lnTo>
                    <a:lnTo>
                      <a:pt x="2426445" y="1271170"/>
                    </a:lnTo>
                    <a:lnTo>
                      <a:pt x="2402668" y="1232621"/>
                    </a:lnTo>
                    <a:lnTo>
                      <a:pt x="2378255" y="1194527"/>
                    </a:lnTo>
                    <a:lnTo>
                      <a:pt x="2353213" y="1156894"/>
                    </a:lnTo>
                    <a:lnTo>
                      <a:pt x="2327551" y="1119730"/>
                    </a:lnTo>
                    <a:lnTo>
                      <a:pt x="2301277" y="1083041"/>
                    </a:lnTo>
                    <a:lnTo>
                      <a:pt x="2274398" y="1046835"/>
                    </a:lnTo>
                    <a:lnTo>
                      <a:pt x="2246923" y="1011119"/>
                    </a:lnTo>
                    <a:lnTo>
                      <a:pt x="2218858" y="975898"/>
                    </a:lnTo>
                    <a:lnTo>
                      <a:pt x="2190214" y="941181"/>
                    </a:lnTo>
                    <a:lnTo>
                      <a:pt x="2160996" y="906974"/>
                    </a:lnTo>
                    <a:lnTo>
                      <a:pt x="2131213" y="873284"/>
                    </a:lnTo>
                    <a:lnTo>
                      <a:pt x="2100873" y="840118"/>
                    </a:lnTo>
                    <a:lnTo>
                      <a:pt x="2069984" y="807483"/>
                    </a:lnTo>
                    <a:lnTo>
                      <a:pt x="2038554" y="775386"/>
                    </a:lnTo>
                    <a:lnTo>
                      <a:pt x="2006590" y="743833"/>
                    </a:lnTo>
                    <a:lnTo>
                      <a:pt x="1974101" y="712833"/>
                    </a:lnTo>
                    <a:lnTo>
                      <a:pt x="1941094" y="682391"/>
                    </a:lnTo>
                    <a:lnTo>
                      <a:pt x="1907578" y="652514"/>
                    </a:lnTo>
                    <a:lnTo>
                      <a:pt x="1873559" y="623210"/>
                    </a:lnTo>
                    <a:lnTo>
                      <a:pt x="1839047" y="594485"/>
                    </a:lnTo>
                    <a:lnTo>
                      <a:pt x="1804049" y="566347"/>
                    </a:lnTo>
                    <a:lnTo>
                      <a:pt x="1768573" y="538802"/>
                    </a:lnTo>
                    <a:lnTo>
                      <a:pt x="1732627" y="511857"/>
                    </a:lnTo>
                    <a:lnTo>
                      <a:pt x="1696219" y="485520"/>
                    </a:lnTo>
                    <a:lnTo>
                      <a:pt x="1659356" y="459796"/>
                    </a:lnTo>
                    <a:lnTo>
                      <a:pt x="1622047" y="434693"/>
                    </a:lnTo>
                    <a:lnTo>
                      <a:pt x="1584299" y="410218"/>
                    </a:lnTo>
                    <a:lnTo>
                      <a:pt x="1546121" y="386378"/>
                    </a:lnTo>
                    <a:lnTo>
                      <a:pt x="1507520" y="363180"/>
                    </a:lnTo>
                    <a:lnTo>
                      <a:pt x="1468504" y="340631"/>
                    </a:lnTo>
                    <a:lnTo>
                      <a:pt x="1429081" y="318737"/>
                    </a:lnTo>
                    <a:lnTo>
                      <a:pt x="1389260" y="297505"/>
                    </a:lnTo>
                    <a:lnTo>
                      <a:pt x="1349047" y="276943"/>
                    </a:lnTo>
                    <a:lnTo>
                      <a:pt x="1308451" y="257058"/>
                    </a:lnTo>
                    <a:lnTo>
                      <a:pt x="1267479" y="237855"/>
                    </a:lnTo>
                    <a:lnTo>
                      <a:pt x="1226140" y="219343"/>
                    </a:lnTo>
                    <a:lnTo>
                      <a:pt x="1184442" y="201528"/>
                    </a:lnTo>
                    <a:lnTo>
                      <a:pt x="1142392" y="184418"/>
                    </a:lnTo>
                    <a:lnTo>
                      <a:pt x="1099999" y="168018"/>
                    </a:lnTo>
                    <a:lnTo>
                      <a:pt x="1057270" y="152336"/>
                    </a:lnTo>
                    <a:lnTo>
                      <a:pt x="1014212" y="137379"/>
                    </a:lnTo>
                    <a:lnTo>
                      <a:pt x="970835" y="123154"/>
                    </a:lnTo>
                    <a:lnTo>
                      <a:pt x="927146" y="109667"/>
                    </a:lnTo>
                    <a:lnTo>
                      <a:pt x="883153" y="96926"/>
                    </a:lnTo>
                    <a:lnTo>
                      <a:pt x="838863" y="84938"/>
                    </a:lnTo>
                    <a:lnTo>
                      <a:pt x="794285" y="73709"/>
                    </a:lnTo>
                    <a:lnTo>
                      <a:pt x="749427" y="63247"/>
                    </a:lnTo>
                    <a:lnTo>
                      <a:pt x="704296" y="53558"/>
                    </a:lnTo>
                    <a:lnTo>
                      <a:pt x="658900" y="44649"/>
                    </a:lnTo>
                    <a:lnTo>
                      <a:pt x="613248" y="36527"/>
                    </a:lnTo>
                    <a:lnTo>
                      <a:pt x="567346" y="29200"/>
                    </a:lnTo>
                    <a:lnTo>
                      <a:pt x="521204" y="22673"/>
                    </a:lnTo>
                    <a:lnTo>
                      <a:pt x="474829" y="16955"/>
                    </a:lnTo>
                    <a:lnTo>
                      <a:pt x="428229" y="12051"/>
                    </a:lnTo>
                    <a:lnTo>
                      <a:pt x="381411" y="7970"/>
                    </a:lnTo>
                    <a:lnTo>
                      <a:pt x="334384" y="4717"/>
                    </a:lnTo>
                    <a:lnTo>
                      <a:pt x="287156" y="2299"/>
                    </a:lnTo>
                    <a:lnTo>
                      <a:pt x="239734" y="725"/>
                    </a:lnTo>
                    <a:lnTo>
                      <a:pt x="192127" y="0"/>
                    </a:lnTo>
                    <a:close/>
                  </a:path>
                </a:pathLst>
              </a:custGeom>
              <a:solidFill>
                <a:srgbClr val="C2D02E">
                  <a:alpha val="64999"/>
                </a:srgbClr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1" name="object 11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0678110" y="4355317"/>
                <a:ext cx="2163698" cy="2163703"/>
              </a:xfrm>
              <a:prstGeom prst="rect">
                <a:avLst/>
              </a:prstGeom>
            </p:spPr>
          </p:pic>
          <p:sp>
            <p:nvSpPr>
              <p:cNvPr id="12" name="object 12"/>
              <p:cNvSpPr/>
              <p:nvPr/>
            </p:nvSpPr>
            <p:spPr>
              <a:xfrm>
                <a:off x="10793419" y="4471738"/>
                <a:ext cx="1785620" cy="1785620"/>
              </a:xfrm>
              <a:custGeom>
                <a:avLst/>
                <a:gdLst/>
                <a:ahLst/>
                <a:cxnLst/>
                <a:rect l="l" t="t" r="r" b="b"/>
                <a:pathLst>
                  <a:path w="1785620" h="1785620">
                    <a:moveTo>
                      <a:pt x="890416" y="0"/>
                    </a:moveTo>
                    <a:lnTo>
                      <a:pt x="844391" y="1244"/>
                    </a:lnTo>
                    <a:lnTo>
                      <a:pt x="798839" y="4838"/>
                    </a:lnTo>
                    <a:lnTo>
                      <a:pt x="753828" y="10730"/>
                    </a:lnTo>
                    <a:lnTo>
                      <a:pt x="709430" y="18867"/>
                    </a:lnTo>
                    <a:lnTo>
                      <a:pt x="665716" y="29200"/>
                    </a:lnTo>
                    <a:lnTo>
                      <a:pt x="622754" y="41677"/>
                    </a:lnTo>
                    <a:lnTo>
                      <a:pt x="580617" y="56245"/>
                    </a:lnTo>
                    <a:lnTo>
                      <a:pt x="539374" y="72855"/>
                    </a:lnTo>
                    <a:lnTo>
                      <a:pt x="499096" y="91454"/>
                    </a:lnTo>
                    <a:lnTo>
                      <a:pt x="459854" y="111991"/>
                    </a:lnTo>
                    <a:lnTo>
                      <a:pt x="421717" y="134414"/>
                    </a:lnTo>
                    <a:lnTo>
                      <a:pt x="384757" y="158673"/>
                    </a:lnTo>
                    <a:lnTo>
                      <a:pt x="349043" y="184715"/>
                    </a:lnTo>
                    <a:lnTo>
                      <a:pt x="314647" y="212490"/>
                    </a:lnTo>
                    <a:lnTo>
                      <a:pt x="281638" y="241946"/>
                    </a:lnTo>
                    <a:lnTo>
                      <a:pt x="250088" y="273032"/>
                    </a:lnTo>
                    <a:lnTo>
                      <a:pt x="220067" y="305696"/>
                    </a:lnTo>
                    <a:lnTo>
                      <a:pt x="191644" y="339886"/>
                    </a:lnTo>
                    <a:lnTo>
                      <a:pt x="164891" y="375552"/>
                    </a:lnTo>
                    <a:lnTo>
                      <a:pt x="139878" y="412643"/>
                    </a:lnTo>
                    <a:lnTo>
                      <a:pt x="116676" y="451106"/>
                    </a:lnTo>
                    <a:lnTo>
                      <a:pt x="95355" y="490890"/>
                    </a:lnTo>
                    <a:lnTo>
                      <a:pt x="75985" y="531944"/>
                    </a:lnTo>
                    <a:lnTo>
                      <a:pt x="58637" y="574217"/>
                    </a:lnTo>
                    <a:lnTo>
                      <a:pt x="43382" y="617656"/>
                    </a:lnTo>
                    <a:lnTo>
                      <a:pt x="30289" y="662212"/>
                    </a:lnTo>
                    <a:lnTo>
                      <a:pt x="19430" y="707832"/>
                    </a:lnTo>
                    <a:lnTo>
                      <a:pt x="10875" y="754464"/>
                    </a:lnTo>
                    <a:lnTo>
                      <a:pt x="4764" y="801481"/>
                    </a:lnTo>
                    <a:lnTo>
                      <a:pt x="1156" y="848237"/>
                    </a:lnTo>
                    <a:lnTo>
                      <a:pt x="0" y="894662"/>
                    </a:lnTo>
                    <a:lnTo>
                      <a:pt x="1244" y="940687"/>
                    </a:lnTo>
                    <a:lnTo>
                      <a:pt x="4837" y="986239"/>
                    </a:lnTo>
                    <a:lnTo>
                      <a:pt x="10728" y="1031250"/>
                    </a:lnTo>
                    <a:lnTo>
                      <a:pt x="18865" y="1075647"/>
                    </a:lnTo>
                    <a:lnTo>
                      <a:pt x="29198" y="1119362"/>
                    </a:lnTo>
                    <a:lnTo>
                      <a:pt x="41673" y="1162324"/>
                    </a:lnTo>
                    <a:lnTo>
                      <a:pt x="56241" y="1204461"/>
                    </a:lnTo>
                    <a:lnTo>
                      <a:pt x="72850" y="1245704"/>
                    </a:lnTo>
                    <a:lnTo>
                      <a:pt x="91448" y="1285982"/>
                    </a:lnTo>
                    <a:lnTo>
                      <a:pt x="111984" y="1325224"/>
                    </a:lnTo>
                    <a:lnTo>
                      <a:pt x="134407" y="1363361"/>
                    </a:lnTo>
                    <a:lnTo>
                      <a:pt x="158664" y="1400321"/>
                    </a:lnTo>
                    <a:lnTo>
                      <a:pt x="184706" y="1436035"/>
                    </a:lnTo>
                    <a:lnTo>
                      <a:pt x="212480" y="1470431"/>
                    </a:lnTo>
                    <a:lnTo>
                      <a:pt x="241936" y="1503439"/>
                    </a:lnTo>
                    <a:lnTo>
                      <a:pt x="273021" y="1534990"/>
                    </a:lnTo>
                    <a:lnTo>
                      <a:pt x="305684" y="1565011"/>
                    </a:lnTo>
                    <a:lnTo>
                      <a:pt x="339874" y="1593434"/>
                    </a:lnTo>
                    <a:lnTo>
                      <a:pt x="375540" y="1620187"/>
                    </a:lnTo>
                    <a:lnTo>
                      <a:pt x="412630" y="1645199"/>
                    </a:lnTo>
                    <a:lnTo>
                      <a:pt x="451093" y="1668402"/>
                    </a:lnTo>
                    <a:lnTo>
                      <a:pt x="490877" y="1689723"/>
                    </a:lnTo>
                    <a:lnTo>
                      <a:pt x="531931" y="1709093"/>
                    </a:lnTo>
                    <a:lnTo>
                      <a:pt x="574204" y="1726440"/>
                    </a:lnTo>
                    <a:lnTo>
                      <a:pt x="617644" y="1741696"/>
                    </a:lnTo>
                    <a:lnTo>
                      <a:pt x="662200" y="1754788"/>
                    </a:lnTo>
                    <a:lnTo>
                      <a:pt x="707821" y="1765648"/>
                    </a:lnTo>
                    <a:lnTo>
                      <a:pt x="754454" y="1774203"/>
                    </a:lnTo>
                    <a:lnTo>
                      <a:pt x="801471" y="1780315"/>
                    </a:lnTo>
                    <a:lnTo>
                      <a:pt x="848227" y="1783924"/>
                    </a:lnTo>
                    <a:lnTo>
                      <a:pt x="894653" y="1785081"/>
                    </a:lnTo>
                    <a:lnTo>
                      <a:pt x="940677" y="1783837"/>
                    </a:lnTo>
                    <a:lnTo>
                      <a:pt x="986230" y="1780244"/>
                    </a:lnTo>
                    <a:lnTo>
                      <a:pt x="1031241" y="1774354"/>
                    </a:lnTo>
                    <a:lnTo>
                      <a:pt x="1075639" y="1766217"/>
                    </a:lnTo>
                    <a:lnTo>
                      <a:pt x="1119354" y="1755885"/>
                    </a:lnTo>
                    <a:lnTo>
                      <a:pt x="1162316" y="1743409"/>
                    </a:lnTo>
                    <a:lnTo>
                      <a:pt x="1204453" y="1728842"/>
                    </a:lnTo>
                    <a:lnTo>
                      <a:pt x="1245697" y="1712233"/>
                    </a:lnTo>
                    <a:lnTo>
                      <a:pt x="1285975" y="1693635"/>
                    </a:lnTo>
                    <a:lnTo>
                      <a:pt x="1325218" y="1673099"/>
                    </a:lnTo>
                    <a:lnTo>
                      <a:pt x="1363355" y="1650676"/>
                    </a:lnTo>
                    <a:lnTo>
                      <a:pt x="1400316" y="1626419"/>
                    </a:lnTo>
                    <a:lnTo>
                      <a:pt x="1436030" y="1600377"/>
                    </a:lnTo>
                    <a:lnTo>
                      <a:pt x="1470427" y="1572603"/>
                    </a:lnTo>
                    <a:lnTo>
                      <a:pt x="1503436" y="1543147"/>
                    </a:lnTo>
                    <a:lnTo>
                      <a:pt x="1534987" y="1512062"/>
                    </a:lnTo>
                    <a:lnTo>
                      <a:pt x="1565009" y="1479399"/>
                    </a:lnTo>
                    <a:lnTo>
                      <a:pt x="1593432" y="1445209"/>
                    </a:lnTo>
                    <a:lnTo>
                      <a:pt x="1620185" y="1409543"/>
                    </a:lnTo>
                    <a:lnTo>
                      <a:pt x="1645198" y="1372454"/>
                    </a:lnTo>
                    <a:lnTo>
                      <a:pt x="1668401" y="1333991"/>
                    </a:lnTo>
                    <a:lnTo>
                      <a:pt x="1689722" y="1294207"/>
                    </a:lnTo>
                    <a:lnTo>
                      <a:pt x="1709092" y="1253153"/>
                    </a:lnTo>
                    <a:lnTo>
                      <a:pt x="1726441" y="1210881"/>
                    </a:lnTo>
                    <a:lnTo>
                      <a:pt x="1741696" y="1167442"/>
                    </a:lnTo>
                    <a:lnTo>
                      <a:pt x="1754789" y="1122886"/>
                    </a:lnTo>
                    <a:lnTo>
                      <a:pt x="1765648" y="1077267"/>
                    </a:lnTo>
                    <a:lnTo>
                      <a:pt x="1774203" y="1030634"/>
                    </a:lnTo>
                    <a:lnTo>
                      <a:pt x="1780315" y="983617"/>
                    </a:lnTo>
                    <a:lnTo>
                      <a:pt x="1783923" y="936861"/>
                    </a:lnTo>
                    <a:lnTo>
                      <a:pt x="1785079" y="890435"/>
                    </a:lnTo>
                    <a:lnTo>
                      <a:pt x="1783834" y="844411"/>
                    </a:lnTo>
                    <a:lnTo>
                      <a:pt x="1780241" y="798858"/>
                    </a:lnTo>
                    <a:lnTo>
                      <a:pt x="1774349" y="753847"/>
                    </a:lnTo>
                    <a:lnTo>
                      <a:pt x="1766212" y="709448"/>
                    </a:lnTo>
                    <a:lnTo>
                      <a:pt x="1755879" y="665732"/>
                    </a:lnTo>
                    <a:lnTo>
                      <a:pt x="1743403" y="622770"/>
                    </a:lnTo>
                    <a:lnTo>
                      <a:pt x="1728835" y="580632"/>
                    </a:lnTo>
                    <a:lnTo>
                      <a:pt x="1712225" y="539388"/>
                    </a:lnTo>
                    <a:lnTo>
                      <a:pt x="1693627" y="499110"/>
                    </a:lnTo>
                    <a:lnTo>
                      <a:pt x="1673090" y="459866"/>
                    </a:lnTo>
                    <a:lnTo>
                      <a:pt x="1650667" y="421728"/>
                    </a:lnTo>
                    <a:lnTo>
                      <a:pt x="1626409" y="384767"/>
                    </a:lnTo>
                    <a:lnTo>
                      <a:pt x="1600367" y="349053"/>
                    </a:lnTo>
                    <a:lnTo>
                      <a:pt x="1572592" y="314655"/>
                    </a:lnTo>
                    <a:lnTo>
                      <a:pt x="1543136" y="281646"/>
                    </a:lnTo>
                    <a:lnTo>
                      <a:pt x="1512051" y="250095"/>
                    </a:lnTo>
                    <a:lnTo>
                      <a:pt x="1479387" y="220072"/>
                    </a:lnTo>
                    <a:lnTo>
                      <a:pt x="1445196" y="191649"/>
                    </a:lnTo>
                    <a:lnTo>
                      <a:pt x="1409530" y="164895"/>
                    </a:lnTo>
                    <a:lnTo>
                      <a:pt x="1372439" y="139881"/>
                    </a:lnTo>
                    <a:lnTo>
                      <a:pt x="1333976" y="116678"/>
                    </a:lnTo>
                    <a:lnTo>
                      <a:pt x="1294192" y="95356"/>
                    </a:lnTo>
                    <a:lnTo>
                      <a:pt x="1253137" y="75986"/>
                    </a:lnTo>
                    <a:lnTo>
                      <a:pt x="1210864" y="58638"/>
                    </a:lnTo>
                    <a:lnTo>
                      <a:pt x="1167424" y="43382"/>
                    </a:lnTo>
                    <a:lnTo>
                      <a:pt x="1122868" y="30289"/>
                    </a:lnTo>
                    <a:lnTo>
                      <a:pt x="1077247" y="19430"/>
                    </a:lnTo>
                    <a:lnTo>
                      <a:pt x="1030613" y="10874"/>
                    </a:lnTo>
                    <a:lnTo>
                      <a:pt x="983597" y="4763"/>
                    </a:lnTo>
                    <a:lnTo>
                      <a:pt x="936841" y="1155"/>
                    </a:lnTo>
                    <a:lnTo>
                      <a:pt x="890416" y="0"/>
                    </a:lnTo>
                    <a:close/>
                  </a:path>
                </a:pathLst>
              </a:custGeom>
              <a:solidFill>
                <a:srgbClr val="C2D02E">
                  <a:alpha val="36000"/>
                </a:srgbClr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13" name="object 13"/>
            <p:cNvGrpSpPr/>
            <p:nvPr/>
          </p:nvGrpSpPr>
          <p:grpSpPr>
            <a:xfrm>
              <a:off x="10288802" y="7088818"/>
              <a:ext cx="2545715" cy="2959100"/>
              <a:chOff x="10288802" y="7088818"/>
              <a:chExt cx="2545715" cy="2959100"/>
            </a:xfrm>
          </p:grpSpPr>
          <p:sp>
            <p:nvSpPr>
              <p:cNvPr id="14" name="object 14"/>
              <p:cNvSpPr/>
              <p:nvPr/>
            </p:nvSpPr>
            <p:spPr>
              <a:xfrm>
                <a:off x="10288802" y="7088818"/>
                <a:ext cx="2514600" cy="2799715"/>
              </a:xfrm>
              <a:custGeom>
                <a:avLst/>
                <a:gdLst/>
                <a:ahLst/>
                <a:cxnLst/>
                <a:rect l="l" t="t" r="r" b="b"/>
                <a:pathLst>
                  <a:path w="2514600" h="2799715">
                    <a:moveTo>
                      <a:pt x="2508855" y="0"/>
                    </a:moveTo>
                    <a:lnTo>
                      <a:pt x="1661153" y="55893"/>
                    </a:lnTo>
                    <a:lnTo>
                      <a:pt x="1663682" y="104088"/>
                    </a:lnTo>
                    <a:lnTo>
                      <a:pt x="1664923" y="152050"/>
                    </a:lnTo>
                    <a:lnTo>
                      <a:pt x="1664892" y="199762"/>
                    </a:lnTo>
                    <a:lnTo>
                      <a:pt x="1663602" y="247207"/>
                    </a:lnTo>
                    <a:lnTo>
                      <a:pt x="1661069" y="294368"/>
                    </a:lnTo>
                    <a:lnTo>
                      <a:pt x="1657308" y="341227"/>
                    </a:lnTo>
                    <a:lnTo>
                      <a:pt x="1652334" y="387768"/>
                    </a:lnTo>
                    <a:lnTo>
                      <a:pt x="1646163" y="433973"/>
                    </a:lnTo>
                    <a:lnTo>
                      <a:pt x="1638809" y="479825"/>
                    </a:lnTo>
                    <a:lnTo>
                      <a:pt x="1630287" y="525306"/>
                    </a:lnTo>
                    <a:lnTo>
                      <a:pt x="1620612" y="570401"/>
                    </a:lnTo>
                    <a:lnTo>
                      <a:pt x="1609800" y="615090"/>
                    </a:lnTo>
                    <a:lnTo>
                      <a:pt x="1597866" y="659358"/>
                    </a:lnTo>
                    <a:lnTo>
                      <a:pt x="1584824" y="703187"/>
                    </a:lnTo>
                    <a:lnTo>
                      <a:pt x="1570690" y="746560"/>
                    </a:lnTo>
                    <a:lnTo>
                      <a:pt x="1555478" y="789459"/>
                    </a:lnTo>
                    <a:lnTo>
                      <a:pt x="1539204" y="831868"/>
                    </a:lnTo>
                    <a:lnTo>
                      <a:pt x="1521883" y="873770"/>
                    </a:lnTo>
                    <a:lnTo>
                      <a:pt x="1503530" y="915146"/>
                    </a:lnTo>
                    <a:lnTo>
                      <a:pt x="1484160" y="955980"/>
                    </a:lnTo>
                    <a:lnTo>
                      <a:pt x="1463788" y="996256"/>
                    </a:lnTo>
                    <a:lnTo>
                      <a:pt x="1442429" y="1035954"/>
                    </a:lnTo>
                    <a:lnTo>
                      <a:pt x="1420097" y="1075059"/>
                    </a:lnTo>
                    <a:lnTo>
                      <a:pt x="1396809" y="1113554"/>
                    </a:lnTo>
                    <a:lnTo>
                      <a:pt x="1372580" y="1151420"/>
                    </a:lnTo>
                    <a:lnTo>
                      <a:pt x="1347423" y="1188641"/>
                    </a:lnTo>
                    <a:lnTo>
                      <a:pt x="1321355" y="1225200"/>
                    </a:lnTo>
                    <a:lnTo>
                      <a:pt x="1294390" y="1261079"/>
                    </a:lnTo>
                    <a:lnTo>
                      <a:pt x="1266544" y="1296262"/>
                    </a:lnTo>
                    <a:lnTo>
                      <a:pt x="1237831" y="1330730"/>
                    </a:lnTo>
                    <a:lnTo>
                      <a:pt x="1208267" y="1364468"/>
                    </a:lnTo>
                    <a:lnTo>
                      <a:pt x="1177866" y="1397457"/>
                    </a:lnTo>
                    <a:lnTo>
                      <a:pt x="1146645" y="1429681"/>
                    </a:lnTo>
                    <a:lnTo>
                      <a:pt x="1114616" y="1461122"/>
                    </a:lnTo>
                    <a:lnTo>
                      <a:pt x="1081797" y="1491763"/>
                    </a:lnTo>
                    <a:lnTo>
                      <a:pt x="1048202" y="1521587"/>
                    </a:lnTo>
                    <a:lnTo>
                      <a:pt x="1013845" y="1550577"/>
                    </a:lnTo>
                    <a:lnTo>
                      <a:pt x="978742" y="1578716"/>
                    </a:lnTo>
                    <a:lnTo>
                      <a:pt x="942909" y="1605986"/>
                    </a:lnTo>
                    <a:lnTo>
                      <a:pt x="906359" y="1632370"/>
                    </a:lnTo>
                    <a:lnTo>
                      <a:pt x="869109" y="1657852"/>
                    </a:lnTo>
                    <a:lnTo>
                      <a:pt x="831173" y="1682413"/>
                    </a:lnTo>
                    <a:lnTo>
                      <a:pt x="792566" y="1706037"/>
                    </a:lnTo>
                    <a:lnTo>
                      <a:pt x="753303" y="1728706"/>
                    </a:lnTo>
                    <a:lnTo>
                      <a:pt x="713400" y="1750404"/>
                    </a:lnTo>
                    <a:lnTo>
                      <a:pt x="672872" y="1771113"/>
                    </a:lnTo>
                    <a:lnTo>
                      <a:pt x="631732" y="1790816"/>
                    </a:lnTo>
                    <a:lnTo>
                      <a:pt x="589998" y="1809495"/>
                    </a:lnTo>
                    <a:lnTo>
                      <a:pt x="547683" y="1827135"/>
                    </a:lnTo>
                    <a:lnTo>
                      <a:pt x="504803" y="1843716"/>
                    </a:lnTo>
                    <a:lnTo>
                      <a:pt x="461372" y="1859223"/>
                    </a:lnTo>
                    <a:lnTo>
                      <a:pt x="417406" y="1873638"/>
                    </a:lnTo>
                    <a:lnTo>
                      <a:pt x="372920" y="1886943"/>
                    </a:lnTo>
                    <a:lnTo>
                      <a:pt x="327929" y="1899122"/>
                    </a:lnTo>
                    <a:lnTo>
                      <a:pt x="282448" y="1910158"/>
                    </a:lnTo>
                    <a:lnTo>
                      <a:pt x="236492" y="1920033"/>
                    </a:lnTo>
                    <a:lnTo>
                      <a:pt x="190076" y="1928730"/>
                    </a:lnTo>
                    <a:lnTo>
                      <a:pt x="143216" y="1936232"/>
                    </a:lnTo>
                    <a:lnTo>
                      <a:pt x="95925" y="1942522"/>
                    </a:lnTo>
                    <a:lnTo>
                      <a:pt x="48220" y="1947582"/>
                    </a:lnTo>
                    <a:lnTo>
                      <a:pt x="0" y="1951406"/>
                    </a:lnTo>
                    <a:lnTo>
                      <a:pt x="55883" y="2799108"/>
                    </a:lnTo>
                    <a:lnTo>
                      <a:pt x="104217" y="2795483"/>
                    </a:lnTo>
                    <a:lnTo>
                      <a:pt x="152159" y="2791019"/>
                    </a:lnTo>
                    <a:lnTo>
                      <a:pt x="199825" y="2785714"/>
                    </a:lnTo>
                    <a:lnTo>
                      <a:pt x="247210" y="2779574"/>
                    </a:lnTo>
                    <a:lnTo>
                      <a:pt x="294307" y="2772609"/>
                    </a:lnTo>
                    <a:lnTo>
                      <a:pt x="341108" y="2764826"/>
                    </a:lnTo>
                    <a:lnTo>
                      <a:pt x="387607" y="2756233"/>
                    </a:lnTo>
                    <a:lnTo>
                      <a:pt x="433796" y="2746838"/>
                    </a:lnTo>
                    <a:lnTo>
                      <a:pt x="479669" y="2736649"/>
                    </a:lnTo>
                    <a:lnTo>
                      <a:pt x="525219" y="2725674"/>
                    </a:lnTo>
                    <a:lnTo>
                      <a:pt x="570439" y="2713920"/>
                    </a:lnTo>
                    <a:lnTo>
                      <a:pt x="615322" y="2701395"/>
                    </a:lnTo>
                    <a:lnTo>
                      <a:pt x="659861" y="2688108"/>
                    </a:lnTo>
                    <a:lnTo>
                      <a:pt x="704050" y="2674067"/>
                    </a:lnTo>
                    <a:lnTo>
                      <a:pt x="747880" y="2659278"/>
                    </a:lnTo>
                    <a:lnTo>
                      <a:pt x="791346" y="2643751"/>
                    </a:lnTo>
                    <a:lnTo>
                      <a:pt x="834440" y="2627493"/>
                    </a:lnTo>
                    <a:lnTo>
                      <a:pt x="877155" y="2610511"/>
                    </a:lnTo>
                    <a:lnTo>
                      <a:pt x="919485" y="2592815"/>
                    </a:lnTo>
                    <a:lnTo>
                      <a:pt x="961423" y="2574411"/>
                    </a:lnTo>
                    <a:lnTo>
                      <a:pt x="1002961" y="2555308"/>
                    </a:lnTo>
                    <a:lnTo>
                      <a:pt x="1044094" y="2535513"/>
                    </a:lnTo>
                    <a:lnTo>
                      <a:pt x="1084812" y="2515035"/>
                    </a:lnTo>
                    <a:lnTo>
                      <a:pt x="1125111" y="2493881"/>
                    </a:lnTo>
                    <a:lnTo>
                      <a:pt x="1164983" y="2472060"/>
                    </a:lnTo>
                    <a:lnTo>
                      <a:pt x="1204421" y="2449579"/>
                    </a:lnTo>
                    <a:lnTo>
                      <a:pt x="1243418" y="2426445"/>
                    </a:lnTo>
                    <a:lnTo>
                      <a:pt x="1281967" y="2402668"/>
                    </a:lnTo>
                    <a:lnTo>
                      <a:pt x="1320061" y="2378255"/>
                    </a:lnTo>
                    <a:lnTo>
                      <a:pt x="1357694" y="2353213"/>
                    </a:lnTo>
                    <a:lnTo>
                      <a:pt x="1394858" y="2327551"/>
                    </a:lnTo>
                    <a:lnTo>
                      <a:pt x="1431546" y="2301277"/>
                    </a:lnTo>
                    <a:lnTo>
                      <a:pt x="1467752" y="2274398"/>
                    </a:lnTo>
                    <a:lnTo>
                      <a:pt x="1503469" y="2246923"/>
                    </a:lnTo>
                    <a:lnTo>
                      <a:pt x="1538690" y="2218858"/>
                    </a:lnTo>
                    <a:lnTo>
                      <a:pt x="1573407" y="2190214"/>
                    </a:lnTo>
                    <a:lnTo>
                      <a:pt x="1607614" y="2160996"/>
                    </a:lnTo>
                    <a:lnTo>
                      <a:pt x="1641304" y="2131213"/>
                    </a:lnTo>
                    <a:lnTo>
                      <a:pt x="1674470" y="2100873"/>
                    </a:lnTo>
                    <a:lnTo>
                      <a:pt x="1707105" y="2069984"/>
                    </a:lnTo>
                    <a:lnTo>
                      <a:pt x="1739202" y="2038554"/>
                    </a:lnTo>
                    <a:lnTo>
                      <a:pt x="1770754" y="2006590"/>
                    </a:lnTo>
                    <a:lnTo>
                      <a:pt x="1801755" y="1974101"/>
                    </a:lnTo>
                    <a:lnTo>
                      <a:pt x="1832197" y="1941094"/>
                    </a:lnTo>
                    <a:lnTo>
                      <a:pt x="1862074" y="1907578"/>
                    </a:lnTo>
                    <a:lnTo>
                      <a:pt x="1891378" y="1873559"/>
                    </a:lnTo>
                    <a:lnTo>
                      <a:pt x="1920102" y="1839047"/>
                    </a:lnTo>
                    <a:lnTo>
                      <a:pt x="1948241" y="1804049"/>
                    </a:lnTo>
                    <a:lnTo>
                      <a:pt x="1975786" y="1768573"/>
                    </a:lnTo>
                    <a:lnTo>
                      <a:pt x="2002730" y="1732627"/>
                    </a:lnTo>
                    <a:lnTo>
                      <a:pt x="2029068" y="1696219"/>
                    </a:lnTo>
                    <a:lnTo>
                      <a:pt x="2054792" y="1659356"/>
                    </a:lnTo>
                    <a:lnTo>
                      <a:pt x="2079894" y="1622047"/>
                    </a:lnTo>
                    <a:lnTo>
                      <a:pt x="2104369" y="1584299"/>
                    </a:lnTo>
                    <a:lnTo>
                      <a:pt x="2128209" y="1546121"/>
                    </a:lnTo>
                    <a:lnTo>
                      <a:pt x="2151407" y="1507520"/>
                    </a:lnTo>
                    <a:lnTo>
                      <a:pt x="2173957" y="1468504"/>
                    </a:lnTo>
                    <a:lnTo>
                      <a:pt x="2195851" y="1429081"/>
                    </a:lnTo>
                    <a:lnTo>
                      <a:pt x="2217082" y="1389260"/>
                    </a:lnTo>
                    <a:lnTo>
                      <a:pt x="2237644" y="1349047"/>
                    </a:lnTo>
                    <a:lnTo>
                      <a:pt x="2257530" y="1308451"/>
                    </a:lnTo>
                    <a:lnTo>
                      <a:pt x="2276732" y="1267479"/>
                    </a:lnTo>
                    <a:lnTo>
                      <a:pt x="2295244" y="1226140"/>
                    </a:lnTo>
                    <a:lnTo>
                      <a:pt x="2313059" y="1184442"/>
                    </a:lnTo>
                    <a:lnTo>
                      <a:pt x="2330170" y="1142392"/>
                    </a:lnTo>
                    <a:lnTo>
                      <a:pt x="2346570" y="1099999"/>
                    </a:lnTo>
                    <a:lnTo>
                      <a:pt x="2362252" y="1057270"/>
                    </a:lnTo>
                    <a:lnTo>
                      <a:pt x="2377209" y="1014212"/>
                    </a:lnTo>
                    <a:lnTo>
                      <a:pt x="2391434" y="970835"/>
                    </a:lnTo>
                    <a:lnTo>
                      <a:pt x="2404921" y="927146"/>
                    </a:lnTo>
                    <a:lnTo>
                      <a:pt x="2417661" y="883153"/>
                    </a:lnTo>
                    <a:lnTo>
                      <a:pt x="2429650" y="838863"/>
                    </a:lnTo>
                    <a:lnTo>
                      <a:pt x="2440879" y="794285"/>
                    </a:lnTo>
                    <a:lnTo>
                      <a:pt x="2451341" y="749427"/>
                    </a:lnTo>
                    <a:lnTo>
                      <a:pt x="2461030" y="704296"/>
                    </a:lnTo>
                    <a:lnTo>
                      <a:pt x="2469939" y="658900"/>
                    </a:lnTo>
                    <a:lnTo>
                      <a:pt x="2478060" y="613248"/>
                    </a:lnTo>
                    <a:lnTo>
                      <a:pt x="2485388" y="567346"/>
                    </a:lnTo>
                    <a:lnTo>
                      <a:pt x="2491914" y="521204"/>
                    </a:lnTo>
                    <a:lnTo>
                      <a:pt x="2497633" y="474829"/>
                    </a:lnTo>
                    <a:lnTo>
                      <a:pt x="2502536" y="428229"/>
                    </a:lnTo>
                    <a:lnTo>
                      <a:pt x="2506618" y="381411"/>
                    </a:lnTo>
                    <a:lnTo>
                      <a:pt x="2509871" y="334384"/>
                    </a:lnTo>
                    <a:lnTo>
                      <a:pt x="2512288" y="287156"/>
                    </a:lnTo>
                    <a:lnTo>
                      <a:pt x="2513863" y="239734"/>
                    </a:lnTo>
                    <a:lnTo>
                      <a:pt x="2514588" y="192127"/>
                    </a:lnTo>
                    <a:lnTo>
                      <a:pt x="2514457" y="144342"/>
                    </a:lnTo>
                    <a:lnTo>
                      <a:pt x="2513462" y="96387"/>
                    </a:lnTo>
                    <a:lnTo>
                      <a:pt x="2511597" y="48270"/>
                    </a:lnTo>
                    <a:lnTo>
                      <a:pt x="2508855" y="0"/>
                    </a:lnTo>
                    <a:close/>
                  </a:path>
                </a:pathLst>
              </a:custGeom>
              <a:solidFill>
                <a:srgbClr val="E72024">
                  <a:alpha val="64999"/>
                </a:srgbClr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5" name="object 15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0670571" y="7883586"/>
                <a:ext cx="2163696" cy="2163703"/>
              </a:xfrm>
              <a:prstGeom prst="rect">
                <a:avLst/>
              </a:prstGeom>
            </p:spPr>
          </p:pic>
          <p:sp>
            <p:nvSpPr>
              <p:cNvPr id="16" name="object 16"/>
              <p:cNvSpPr/>
              <p:nvPr/>
            </p:nvSpPr>
            <p:spPr>
              <a:xfrm>
                <a:off x="10787600" y="7999247"/>
                <a:ext cx="1784350" cy="1784350"/>
              </a:xfrm>
              <a:custGeom>
                <a:avLst/>
                <a:gdLst/>
                <a:ahLst/>
                <a:cxnLst/>
                <a:rect l="l" t="t" r="r" b="b"/>
                <a:pathLst>
                  <a:path w="1784350" h="1784350">
                    <a:moveTo>
                      <a:pt x="914240" y="0"/>
                    </a:moveTo>
                    <a:lnTo>
                      <a:pt x="870040" y="0"/>
                    </a:lnTo>
                    <a:lnTo>
                      <a:pt x="825884" y="2176"/>
                    </a:lnTo>
                    <a:lnTo>
                      <a:pt x="781858" y="6529"/>
                    </a:lnTo>
                    <a:lnTo>
                      <a:pt x="738050" y="13057"/>
                    </a:lnTo>
                    <a:lnTo>
                      <a:pt x="694548" y="21761"/>
                    </a:lnTo>
                    <a:lnTo>
                      <a:pt x="651438" y="32642"/>
                    </a:lnTo>
                    <a:lnTo>
                      <a:pt x="608808" y="45698"/>
                    </a:lnTo>
                    <a:lnTo>
                      <a:pt x="566745" y="60930"/>
                    </a:lnTo>
                    <a:lnTo>
                      <a:pt x="525336" y="78337"/>
                    </a:lnTo>
                    <a:lnTo>
                      <a:pt x="484668" y="97921"/>
                    </a:lnTo>
                    <a:lnTo>
                      <a:pt x="444828" y="119681"/>
                    </a:lnTo>
                    <a:lnTo>
                      <a:pt x="405905" y="143617"/>
                    </a:lnTo>
                    <a:lnTo>
                      <a:pt x="367984" y="169728"/>
                    </a:lnTo>
                    <a:lnTo>
                      <a:pt x="331154" y="198015"/>
                    </a:lnTo>
                    <a:lnTo>
                      <a:pt x="295501" y="228479"/>
                    </a:lnTo>
                    <a:lnTo>
                      <a:pt x="261112" y="261118"/>
                    </a:lnTo>
                    <a:lnTo>
                      <a:pt x="228473" y="295506"/>
                    </a:lnTo>
                    <a:lnTo>
                      <a:pt x="198010" y="331159"/>
                    </a:lnTo>
                    <a:lnTo>
                      <a:pt x="169723" y="367990"/>
                    </a:lnTo>
                    <a:lnTo>
                      <a:pt x="143611" y="405910"/>
                    </a:lnTo>
                    <a:lnTo>
                      <a:pt x="119676" y="444834"/>
                    </a:lnTo>
                    <a:lnTo>
                      <a:pt x="97917" y="484673"/>
                    </a:lnTo>
                    <a:lnTo>
                      <a:pt x="78333" y="525341"/>
                    </a:lnTo>
                    <a:lnTo>
                      <a:pt x="60926" y="566750"/>
                    </a:lnTo>
                    <a:lnTo>
                      <a:pt x="45694" y="608814"/>
                    </a:lnTo>
                    <a:lnTo>
                      <a:pt x="32639" y="651444"/>
                    </a:lnTo>
                    <a:lnTo>
                      <a:pt x="21759" y="694554"/>
                    </a:lnTo>
                    <a:lnTo>
                      <a:pt x="13055" y="738056"/>
                    </a:lnTo>
                    <a:lnTo>
                      <a:pt x="6527" y="781864"/>
                    </a:lnTo>
                    <a:lnTo>
                      <a:pt x="2175" y="825889"/>
                    </a:lnTo>
                    <a:lnTo>
                      <a:pt x="0" y="870046"/>
                    </a:lnTo>
                    <a:lnTo>
                      <a:pt x="0" y="914246"/>
                    </a:lnTo>
                    <a:lnTo>
                      <a:pt x="2175" y="958402"/>
                    </a:lnTo>
                    <a:lnTo>
                      <a:pt x="6527" y="1002428"/>
                    </a:lnTo>
                    <a:lnTo>
                      <a:pt x="13055" y="1046235"/>
                    </a:lnTo>
                    <a:lnTo>
                      <a:pt x="21759" y="1089738"/>
                    </a:lnTo>
                    <a:lnTo>
                      <a:pt x="32639" y="1132848"/>
                    </a:lnTo>
                    <a:lnTo>
                      <a:pt x="45694" y="1175478"/>
                    </a:lnTo>
                    <a:lnTo>
                      <a:pt x="60926" y="1217541"/>
                    </a:lnTo>
                    <a:lnTo>
                      <a:pt x="78333" y="1258950"/>
                    </a:lnTo>
                    <a:lnTo>
                      <a:pt x="97917" y="1299618"/>
                    </a:lnTo>
                    <a:lnTo>
                      <a:pt x="119676" y="1339457"/>
                    </a:lnTo>
                    <a:lnTo>
                      <a:pt x="143611" y="1378381"/>
                    </a:lnTo>
                    <a:lnTo>
                      <a:pt x="169723" y="1416302"/>
                    </a:lnTo>
                    <a:lnTo>
                      <a:pt x="198010" y="1453132"/>
                    </a:lnTo>
                    <a:lnTo>
                      <a:pt x="228473" y="1488785"/>
                    </a:lnTo>
                    <a:lnTo>
                      <a:pt x="261112" y="1523174"/>
                    </a:lnTo>
                    <a:lnTo>
                      <a:pt x="295501" y="1555813"/>
                    </a:lnTo>
                    <a:lnTo>
                      <a:pt x="331154" y="1586276"/>
                    </a:lnTo>
                    <a:lnTo>
                      <a:pt x="367984" y="1614563"/>
                    </a:lnTo>
                    <a:lnTo>
                      <a:pt x="405905" y="1640675"/>
                    </a:lnTo>
                    <a:lnTo>
                      <a:pt x="444828" y="1664610"/>
                    </a:lnTo>
                    <a:lnTo>
                      <a:pt x="484668" y="1686370"/>
                    </a:lnTo>
                    <a:lnTo>
                      <a:pt x="525336" y="1705954"/>
                    </a:lnTo>
                    <a:lnTo>
                      <a:pt x="566745" y="1723362"/>
                    </a:lnTo>
                    <a:lnTo>
                      <a:pt x="608808" y="1738594"/>
                    </a:lnTo>
                    <a:lnTo>
                      <a:pt x="651438" y="1751650"/>
                    </a:lnTo>
                    <a:lnTo>
                      <a:pt x="694548" y="1762530"/>
                    </a:lnTo>
                    <a:lnTo>
                      <a:pt x="738050" y="1771234"/>
                    </a:lnTo>
                    <a:lnTo>
                      <a:pt x="781858" y="1777762"/>
                    </a:lnTo>
                    <a:lnTo>
                      <a:pt x="825884" y="1782115"/>
                    </a:lnTo>
                    <a:lnTo>
                      <a:pt x="870040" y="1784291"/>
                    </a:lnTo>
                    <a:lnTo>
                      <a:pt x="914240" y="1784292"/>
                    </a:lnTo>
                    <a:lnTo>
                      <a:pt x="958397" y="1782116"/>
                    </a:lnTo>
                    <a:lnTo>
                      <a:pt x="1002422" y="1777765"/>
                    </a:lnTo>
                    <a:lnTo>
                      <a:pt x="1046230" y="1771238"/>
                    </a:lnTo>
                    <a:lnTo>
                      <a:pt x="1089732" y="1762534"/>
                    </a:lnTo>
                    <a:lnTo>
                      <a:pt x="1132842" y="1751655"/>
                    </a:lnTo>
                    <a:lnTo>
                      <a:pt x="1175472" y="1738600"/>
                    </a:lnTo>
                    <a:lnTo>
                      <a:pt x="1217536" y="1723369"/>
                    </a:lnTo>
                    <a:lnTo>
                      <a:pt x="1258945" y="1705962"/>
                    </a:lnTo>
                    <a:lnTo>
                      <a:pt x="1299613" y="1686378"/>
                    </a:lnTo>
                    <a:lnTo>
                      <a:pt x="1339452" y="1664619"/>
                    </a:lnTo>
                    <a:lnTo>
                      <a:pt x="1378375" y="1640684"/>
                    </a:lnTo>
                    <a:lnTo>
                      <a:pt x="1416296" y="1614573"/>
                    </a:lnTo>
                    <a:lnTo>
                      <a:pt x="1453127" y="1586286"/>
                    </a:lnTo>
                    <a:lnTo>
                      <a:pt x="1488780" y="1555823"/>
                    </a:lnTo>
                    <a:lnTo>
                      <a:pt x="1523168" y="1523184"/>
                    </a:lnTo>
                    <a:lnTo>
                      <a:pt x="1555807" y="1488795"/>
                    </a:lnTo>
                    <a:lnTo>
                      <a:pt x="1586270" y="1453142"/>
                    </a:lnTo>
                    <a:lnTo>
                      <a:pt x="1614558" y="1416312"/>
                    </a:lnTo>
                    <a:lnTo>
                      <a:pt x="1640669" y="1378391"/>
                    </a:lnTo>
                    <a:lnTo>
                      <a:pt x="1664605" y="1339466"/>
                    </a:lnTo>
                    <a:lnTo>
                      <a:pt x="1686364" y="1299626"/>
                    </a:lnTo>
                    <a:lnTo>
                      <a:pt x="1705948" y="1258958"/>
                    </a:lnTo>
                    <a:lnTo>
                      <a:pt x="1723356" y="1217548"/>
                    </a:lnTo>
                    <a:lnTo>
                      <a:pt x="1738588" y="1175484"/>
                    </a:lnTo>
                    <a:lnTo>
                      <a:pt x="1751644" y="1132853"/>
                    </a:lnTo>
                    <a:lnTo>
                      <a:pt x="1762524" y="1089742"/>
                    </a:lnTo>
                    <a:lnTo>
                      <a:pt x="1771228" y="1046239"/>
                    </a:lnTo>
                    <a:lnTo>
                      <a:pt x="1777756" y="1002430"/>
                    </a:lnTo>
                    <a:lnTo>
                      <a:pt x="1782108" y="958404"/>
                    </a:lnTo>
                    <a:lnTo>
                      <a:pt x="1784285" y="914246"/>
                    </a:lnTo>
                    <a:lnTo>
                      <a:pt x="1784285" y="870045"/>
                    </a:lnTo>
                    <a:lnTo>
                      <a:pt x="1782109" y="825888"/>
                    </a:lnTo>
                    <a:lnTo>
                      <a:pt x="1777757" y="781861"/>
                    </a:lnTo>
                    <a:lnTo>
                      <a:pt x="1771230" y="738052"/>
                    </a:lnTo>
                    <a:lnTo>
                      <a:pt x="1762526" y="694549"/>
                    </a:lnTo>
                    <a:lnTo>
                      <a:pt x="1751646" y="651438"/>
                    </a:lnTo>
                    <a:lnTo>
                      <a:pt x="1738591" y="608807"/>
                    </a:lnTo>
                    <a:lnTo>
                      <a:pt x="1723359" y="566743"/>
                    </a:lnTo>
                    <a:lnTo>
                      <a:pt x="1705951" y="525333"/>
                    </a:lnTo>
                    <a:lnTo>
                      <a:pt x="1686367" y="484665"/>
                    </a:lnTo>
                    <a:lnTo>
                      <a:pt x="1664608" y="444825"/>
                    </a:lnTo>
                    <a:lnTo>
                      <a:pt x="1640672" y="405901"/>
                    </a:lnTo>
                    <a:lnTo>
                      <a:pt x="1614560" y="367980"/>
                    </a:lnTo>
                    <a:lnTo>
                      <a:pt x="1586272" y="331149"/>
                    </a:lnTo>
                    <a:lnTo>
                      <a:pt x="1555808" y="295496"/>
                    </a:lnTo>
                    <a:lnTo>
                      <a:pt x="1523168" y="261107"/>
                    </a:lnTo>
                    <a:lnTo>
                      <a:pt x="1488780" y="228468"/>
                    </a:lnTo>
                    <a:lnTo>
                      <a:pt x="1453127" y="198005"/>
                    </a:lnTo>
                    <a:lnTo>
                      <a:pt x="1416296" y="169718"/>
                    </a:lnTo>
                    <a:lnTo>
                      <a:pt x="1378375" y="143607"/>
                    </a:lnTo>
                    <a:lnTo>
                      <a:pt x="1339452" y="119672"/>
                    </a:lnTo>
                    <a:lnTo>
                      <a:pt x="1299613" y="97913"/>
                    </a:lnTo>
                    <a:lnTo>
                      <a:pt x="1258945" y="78330"/>
                    </a:lnTo>
                    <a:lnTo>
                      <a:pt x="1217536" y="60923"/>
                    </a:lnTo>
                    <a:lnTo>
                      <a:pt x="1175472" y="45691"/>
                    </a:lnTo>
                    <a:lnTo>
                      <a:pt x="1132842" y="32636"/>
                    </a:lnTo>
                    <a:lnTo>
                      <a:pt x="1089732" y="21757"/>
                    </a:lnTo>
                    <a:lnTo>
                      <a:pt x="1046230" y="13054"/>
                    </a:lnTo>
                    <a:lnTo>
                      <a:pt x="1002422" y="6526"/>
                    </a:lnTo>
                    <a:lnTo>
                      <a:pt x="958397" y="2175"/>
                    </a:lnTo>
                    <a:lnTo>
                      <a:pt x="914240" y="0"/>
                    </a:lnTo>
                    <a:close/>
                  </a:path>
                </a:pathLst>
              </a:custGeom>
              <a:solidFill>
                <a:srgbClr val="E72024">
                  <a:alpha val="36997"/>
                </a:srgbClr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17" name="object 17"/>
            <p:cNvGrpSpPr/>
            <p:nvPr/>
          </p:nvGrpSpPr>
          <p:grpSpPr>
            <a:xfrm>
              <a:off x="7205131" y="4313462"/>
              <a:ext cx="2519680" cy="2799715"/>
              <a:chOff x="7205131" y="4313462"/>
              <a:chExt cx="2519680" cy="2799715"/>
            </a:xfrm>
          </p:grpSpPr>
          <p:sp>
            <p:nvSpPr>
              <p:cNvPr id="18" name="object 18"/>
              <p:cNvSpPr/>
              <p:nvPr/>
            </p:nvSpPr>
            <p:spPr>
              <a:xfrm>
                <a:off x="7209806" y="4313462"/>
                <a:ext cx="2514600" cy="2799715"/>
              </a:xfrm>
              <a:custGeom>
                <a:avLst/>
                <a:gdLst/>
                <a:ahLst/>
                <a:cxnLst/>
                <a:rect l="l" t="t" r="r" b="b"/>
                <a:pathLst>
                  <a:path w="2514600" h="2799715">
                    <a:moveTo>
                      <a:pt x="2458705" y="0"/>
                    </a:moveTo>
                    <a:lnTo>
                      <a:pt x="2410370" y="3624"/>
                    </a:lnTo>
                    <a:lnTo>
                      <a:pt x="2362429" y="8088"/>
                    </a:lnTo>
                    <a:lnTo>
                      <a:pt x="2314763" y="13394"/>
                    </a:lnTo>
                    <a:lnTo>
                      <a:pt x="2267377" y="19533"/>
                    </a:lnTo>
                    <a:lnTo>
                      <a:pt x="2220281" y="26498"/>
                    </a:lnTo>
                    <a:lnTo>
                      <a:pt x="2173480" y="34281"/>
                    </a:lnTo>
                    <a:lnTo>
                      <a:pt x="2126981" y="42874"/>
                    </a:lnTo>
                    <a:lnTo>
                      <a:pt x="2080792" y="52269"/>
                    </a:lnTo>
                    <a:lnTo>
                      <a:pt x="2034919" y="62458"/>
                    </a:lnTo>
                    <a:lnTo>
                      <a:pt x="1989368" y="73434"/>
                    </a:lnTo>
                    <a:lnTo>
                      <a:pt x="1944148" y="85188"/>
                    </a:lnTo>
                    <a:lnTo>
                      <a:pt x="1899265" y="97712"/>
                    </a:lnTo>
                    <a:lnTo>
                      <a:pt x="1854726" y="110999"/>
                    </a:lnTo>
                    <a:lnTo>
                      <a:pt x="1810538" y="125041"/>
                    </a:lnTo>
                    <a:lnTo>
                      <a:pt x="1766708" y="139829"/>
                    </a:lnTo>
                    <a:lnTo>
                      <a:pt x="1723242" y="155357"/>
                    </a:lnTo>
                    <a:lnTo>
                      <a:pt x="1680148" y="171615"/>
                    </a:lnTo>
                    <a:lnTo>
                      <a:pt x="1637432" y="188596"/>
                    </a:lnTo>
                    <a:lnTo>
                      <a:pt x="1595102" y="206293"/>
                    </a:lnTo>
                    <a:lnTo>
                      <a:pt x="1553165" y="224697"/>
                    </a:lnTo>
                    <a:lnTo>
                      <a:pt x="1511626" y="243800"/>
                    </a:lnTo>
                    <a:lnTo>
                      <a:pt x="1470494" y="263594"/>
                    </a:lnTo>
                    <a:lnTo>
                      <a:pt x="1429775" y="284072"/>
                    </a:lnTo>
                    <a:lnTo>
                      <a:pt x="1389477" y="305226"/>
                    </a:lnTo>
                    <a:lnTo>
                      <a:pt x="1349605" y="327048"/>
                    </a:lnTo>
                    <a:lnTo>
                      <a:pt x="1310167" y="349529"/>
                    </a:lnTo>
                    <a:lnTo>
                      <a:pt x="1271170" y="372662"/>
                    </a:lnTo>
                    <a:lnTo>
                      <a:pt x="1232621" y="396439"/>
                    </a:lnTo>
                    <a:lnTo>
                      <a:pt x="1194527" y="420853"/>
                    </a:lnTo>
                    <a:lnTo>
                      <a:pt x="1156894" y="445894"/>
                    </a:lnTo>
                    <a:lnTo>
                      <a:pt x="1119730" y="471556"/>
                    </a:lnTo>
                    <a:lnTo>
                      <a:pt x="1083041" y="497831"/>
                    </a:lnTo>
                    <a:lnTo>
                      <a:pt x="1046835" y="524709"/>
                    </a:lnTo>
                    <a:lnTo>
                      <a:pt x="1011119" y="552185"/>
                    </a:lnTo>
                    <a:lnTo>
                      <a:pt x="975898" y="580249"/>
                    </a:lnTo>
                    <a:lnTo>
                      <a:pt x="941181" y="608894"/>
                    </a:lnTo>
                    <a:lnTo>
                      <a:pt x="906974" y="638112"/>
                    </a:lnTo>
                    <a:lnTo>
                      <a:pt x="873284" y="667895"/>
                    </a:lnTo>
                    <a:lnTo>
                      <a:pt x="840118" y="698234"/>
                    </a:lnTo>
                    <a:lnTo>
                      <a:pt x="807483" y="729124"/>
                    </a:lnTo>
                    <a:lnTo>
                      <a:pt x="775386" y="760554"/>
                    </a:lnTo>
                    <a:lnTo>
                      <a:pt x="743833" y="792518"/>
                    </a:lnTo>
                    <a:lnTo>
                      <a:pt x="712833" y="825007"/>
                    </a:lnTo>
                    <a:lnTo>
                      <a:pt x="682391" y="858014"/>
                    </a:lnTo>
                    <a:lnTo>
                      <a:pt x="652514" y="891530"/>
                    </a:lnTo>
                    <a:lnTo>
                      <a:pt x="623210" y="925548"/>
                    </a:lnTo>
                    <a:lnTo>
                      <a:pt x="594485" y="960060"/>
                    </a:lnTo>
                    <a:lnTo>
                      <a:pt x="566347" y="995058"/>
                    </a:lnTo>
                    <a:lnTo>
                      <a:pt x="538802" y="1030534"/>
                    </a:lnTo>
                    <a:lnTo>
                      <a:pt x="511857" y="1066480"/>
                    </a:lnTo>
                    <a:lnTo>
                      <a:pt x="485520" y="1102889"/>
                    </a:lnTo>
                    <a:lnTo>
                      <a:pt x="459796" y="1139751"/>
                    </a:lnTo>
                    <a:lnTo>
                      <a:pt x="434693" y="1177061"/>
                    </a:lnTo>
                    <a:lnTo>
                      <a:pt x="410218" y="1214808"/>
                    </a:lnTo>
                    <a:lnTo>
                      <a:pt x="386378" y="1252987"/>
                    </a:lnTo>
                    <a:lnTo>
                      <a:pt x="363180" y="1291588"/>
                    </a:lnTo>
                    <a:lnTo>
                      <a:pt x="340631" y="1330603"/>
                    </a:lnTo>
                    <a:lnTo>
                      <a:pt x="318737" y="1370026"/>
                    </a:lnTo>
                    <a:lnTo>
                      <a:pt x="297505" y="1409848"/>
                    </a:lnTo>
                    <a:lnTo>
                      <a:pt x="276943" y="1450061"/>
                    </a:lnTo>
                    <a:lnTo>
                      <a:pt x="257058" y="1490657"/>
                    </a:lnTo>
                    <a:lnTo>
                      <a:pt x="237855" y="1531628"/>
                    </a:lnTo>
                    <a:lnTo>
                      <a:pt x="219343" y="1572967"/>
                    </a:lnTo>
                    <a:lnTo>
                      <a:pt x="201528" y="1614665"/>
                    </a:lnTo>
                    <a:lnTo>
                      <a:pt x="184418" y="1656715"/>
                    </a:lnTo>
                    <a:lnTo>
                      <a:pt x="168018" y="1699109"/>
                    </a:lnTo>
                    <a:lnTo>
                      <a:pt x="152336" y="1741838"/>
                    </a:lnTo>
                    <a:lnTo>
                      <a:pt x="137379" y="1784895"/>
                    </a:lnTo>
                    <a:lnTo>
                      <a:pt x="123154" y="1828272"/>
                    </a:lnTo>
                    <a:lnTo>
                      <a:pt x="109667" y="1871961"/>
                    </a:lnTo>
                    <a:lnTo>
                      <a:pt x="96926" y="1915955"/>
                    </a:lnTo>
                    <a:lnTo>
                      <a:pt x="84938" y="1960244"/>
                    </a:lnTo>
                    <a:lnTo>
                      <a:pt x="73709" y="2004822"/>
                    </a:lnTo>
                    <a:lnTo>
                      <a:pt x="63247" y="2049681"/>
                    </a:lnTo>
                    <a:lnTo>
                      <a:pt x="53558" y="2094812"/>
                    </a:lnTo>
                    <a:lnTo>
                      <a:pt x="44649" y="2140208"/>
                    </a:lnTo>
                    <a:lnTo>
                      <a:pt x="36527" y="2185860"/>
                    </a:lnTo>
                    <a:lnTo>
                      <a:pt x="29200" y="2231761"/>
                    </a:lnTo>
                    <a:lnTo>
                      <a:pt x="22673" y="2277903"/>
                    </a:lnTo>
                    <a:lnTo>
                      <a:pt x="16955" y="2324278"/>
                    </a:lnTo>
                    <a:lnTo>
                      <a:pt x="12051" y="2370879"/>
                    </a:lnTo>
                    <a:lnTo>
                      <a:pt x="7970" y="2417696"/>
                    </a:lnTo>
                    <a:lnTo>
                      <a:pt x="4717" y="2464723"/>
                    </a:lnTo>
                    <a:lnTo>
                      <a:pt x="2299" y="2511951"/>
                    </a:lnTo>
                    <a:lnTo>
                      <a:pt x="725" y="2559373"/>
                    </a:lnTo>
                    <a:lnTo>
                      <a:pt x="0" y="2606981"/>
                    </a:lnTo>
                    <a:lnTo>
                      <a:pt x="131" y="2654766"/>
                    </a:lnTo>
                    <a:lnTo>
                      <a:pt x="1125" y="2702720"/>
                    </a:lnTo>
                    <a:lnTo>
                      <a:pt x="2990" y="2750837"/>
                    </a:lnTo>
                    <a:lnTo>
                      <a:pt x="5733" y="2799108"/>
                    </a:lnTo>
                    <a:lnTo>
                      <a:pt x="853435" y="2743214"/>
                    </a:lnTo>
                    <a:lnTo>
                      <a:pt x="850905" y="2695020"/>
                    </a:lnTo>
                    <a:lnTo>
                      <a:pt x="849663" y="2647057"/>
                    </a:lnTo>
                    <a:lnTo>
                      <a:pt x="849695" y="2599345"/>
                    </a:lnTo>
                    <a:lnTo>
                      <a:pt x="850984" y="2551900"/>
                    </a:lnTo>
                    <a:lnTo>
                      <a:pt x="853517" y="2504739"/>
                    </a:lnTo>
                    <a:lnTo>
                      <a:pt x="857277" y="2457880"/>
                    </a:lnTo>
                    <a:lnTo>
                      <a:pt x="862251" y="2411339"/>
                    </a:lnTo>
                    <a:lnTo>
                      <a:pt x="868422" y="2365135"/>
                    </a:lnTo>
                    <a:lnTo>
                      <a:pt x="875776" y="2319283"/>
                    </a:lnTo>
                    <a:lnTo>
                      <a:pt x="884297" y="2273801"/>
                    </a:lnTo>
                    <a:lnTo>
                      <a:pt x="893972" y="2228707"/>
                    </a:lnTo>
                    <a:lnTo>
                      <a:pt x="904783" y="2184017"/>
                    </a:lnTo>
                    <a:lnTo>
                      <a:pt x="916718" y="2139749"/>
                    </a:lnTo>
                    <a:lnTo>
                      <a:pt x="929759" y="2095920"/>
                    </a:lnTo>
                    <a:lnTo>
                      <a:pt x="943894" y="2052548"/>
                    </a:lnTo>
                    <a:lnTo>
                      <a:pt x="959105" y="2009648"/>
                    </a:lnTo>
                    <a:lnTo>
                      <a:pt x="975379" y="1967239"/>
                    </a:lnTo>
                    <a:lnTo>
                      <a:pt x="992700" y="1925338"/>
                    </a:lnTo>
                    <a:lnTo>
                      <a:pt x="1011053" y="1883961"/>
                    </a:lnTo>
                    <a:lnTo>
                      <a:pt x="1030423" y="1843127"/>
                    </a:lnTo>
                    <a:lnTo>
                      <a:pt x="1050795" y="1802852"/>
                    </a:lnTo>
                    <a:lnTo>
                      <a:pt x="1072155" y="1763153"/>
                    </a:lnTo>
                    <a:lnTo>
                      <a:pt x="1094486" y="1724048"/>
                    </a:lnTo>
                    <a:lnTo>
                      <a:pt x="1117774" y="1685554"/>
                    </a:lnTo>
                    <a:lnTo>
                      <a:pt x="1142004" y="1647688"/>
                    </a:lnTo>
                    <a:lnTo>
                      <a:pt x="1167160" y="1610466"/>
                    </a:lnTo>
                    <a:lnTo>
                      <a:pt x="1193228" y="1573908"/>
                    </a:lnTo>
                    <a:lnTo>
                      <a:pt x="1220193" y="1538028"/>
                    </a:lnTo>
                    <a:lnTo>
                      <a:pt x="1248040" y="1502846"/>
                    </a:lnTo>
                    <a:lnTo>
                      <a:pt x="1276752" y="1468377"/>
                    </a:lnTo>
                    <a:lnTo>
                      <a:pt x="1306317" y="1434640"/>
                    </a:lnTo>
                    <a:lnTo>
                      <a:pt x="1336718" y="1401651"/>
                    </a:lnTo>
                    <a:lnTo>
                      <a:pt x="1367940" y="1369427"/>
                    </a:lnTo>
                    <a:lnTo>
                      <a:pt x="1399968" y="1337986"/>
                    </a:lnTo>
                    <a:lnTo>
                      <a:pt x="1432787" y="1307344"/>
                    </a:lnTo>
                    <a:lnTo>
                      <a:pt x="1466383" y="1277520"/>
                    </a:lnTo>
                    <a:lnTo>
                      <a:pt x="1500740" y="1248530"/>
                    </a:lnTo>
                    <a:lnTo>
                      <a:pt x="1535843" y="1220391"/>
                    </a:lnTo>
                    <a:lnTo>
                      <a:pt x="1571676" y="1193121"/>
                    </a:lnTo>
                    <a:lnTo>
                      <a:pt x="1608226" y="1166737"/>
                    </a:lnTo>
                    <a:lnTo>
                      <a:pt x="1645477" y="1141256"/>
                    </a:lnTo>
                    <a:lnTo>
                      <a:pt x="1683413" y="1116694"/>
                    </a:lnTo>
                    <a:lnTo>
                      <a:pt x="1722020" y="1093070"/>
                    </a:lnTo>
                    <a:lnTo>
                      <a:pt x="1761282" y="1070401"/>
                    </a:lnTo>
                    <a:lnTo>
                      <a:pt x="1801186" y="1048703"/>
                    </a:lnTo>
                    <a:lnTo>
                      <a:pt x="1841715" y="1027994"/>
                    </a:lnTo>
                    <a:lnTo>
                      <a:pt x="1882854" y="1008292"/>
                    </a:lnTo>
                    <a:lnTo>
                      <a:pt x="1924589" y="989612"/>
                    </a:lnTo>
                    <a:lnTo>
                      <a:pt x="1966904" y="971973"/>
                    </a:lnTo>
                    <a:lnTo>
                      <a:pt x="2009784" y="955391"/>
                    </a:lnTo>
                    <a:lnTo>
                      <a:pt x="2053215" y="939885"/>
                    </a:lnTo>
                    <a:lnTo>
                      <a:pt x="2097181" y="925470"/>
                    </a:lnTo>
                    <a:lnTo>
                      <a:pt x="2141667" y="912164"/>
                    </a:lnTo>
                    <a:lnTo>
                      <a:pt x="2186658" y="899985"/>
                    </a:lnTo>
                    <a:lnTo>
                      <a:pt x="2232139" y="888949"/>
                    </a:lnTo>
                    <a:lnTo>
                      <a:pt x="2278095" y="879074"/>
                    </a:lnTo>
                    <a:lnTo>
                      <a:pt x="2324511" y="870377"/>
                    </a:lnTo>
                    <a:lnTo>
                      <a:pt x="2371372" y="862875"/>
                    </a:lnTo>
                    <a:lnTo>
                      <a:pt x="2418663" y="856586"/>
                    </a:lnTo>
                    <a:lnTo>
                      <a:pt x="2466368" y="851525"/>
                    </a:lnTo>
                    <a:lnTo>
                      <a:pt x="2514588" y="847701"/>
                    </a:lnTo>
                    <a:lnTo>
                      <a:pt x="2458705" y="0"/>
                    </a:lnTo>
                    <a:close/>
                  </a:path>
                </a:pathLst>
              </a:custGeom>
              <a:solidFill>
                <a:srgbClr val="00924F">
                  <a:alpha val="66000"/>
                </a:srgbClr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9" name="object 19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205131" y="4415635"/>
                <a:ext cx="2163699" cy="2163693"/>
              </a:xfrm>
              <a:prstGeom prst="rect">
                <a:avLst/>
              </a:prstGeom>
            </p:spPr>
          </p:pic>
          <p:sp>
            <p:nvSpPr>
              <p:cNvPr id="20" name="object 20"/>
              <p:cNvSpPr/>
              <p:nvPr/>
            </p:nvSpPr>
            <p:spPr>
              <a:xfrm>
                <a:off x="7321278" y="4532926"/>
                <a:ext cx="1784350" cy="1784350"/>
              </a:xfrm>
              <a:custGeom>
                <a:avLst/>
                <a:gdLst/>
                <a:ahLst/>
                <a:cxnLst/>
                <a:rect l="l" t="t" r="r" b="b"/>
                <a:pathLst>
                  <a:path w="1784350" h="1784350">
                    <a:moveTo>
                      <a:pt x="914236" y="0"/>
                    </a:moveTo>
                    <a:lnTo>
                      <a:pt x="870036" y="0"/>
                    </a:lnTo>
                    <a:lnTo>
                      <a:pt x="825879" y="2176"/>
                    </a:lnTo>
                    <a:lnTo>
                      <a:pt x="781854" y="6529"/>
                    </a:lnTo>
                    <a:lnTo>
                      <a:pt x="738046" y="13057"/>
                    </a:lnTo>
                    <a:lnTo>
                      <a:pt x="694543" y="21761"/>
                    </a:lnTo>
                    <a:lnTo>
                      <a:pt x="651434" y="32642"/>
                    </a:lnTo>
                    <a:lnTo>
                      <a:pt x="608803" y="45698"/>
                    </a:lnTo>
                    <a:lnTo>
                      <a:pt x="566740" y="60930"/>
                    </a:lnTo>
                    <a:lnTo>
                      <a:pt x="525331" y="78337"/>
                    </a:lnTo>
                    <a:lnTo>
                      <a:pt x="484664" y="97921"/>
                    </a:lnTo>
                    <a:lnTo>
                      <a:pt x="444825" y="119681"/>
                    </a:lnTo>
                    <a:lnTo>
                      <a:pt x="405902" y="143617"/>
                    </a:lnTo>
                    <a:lnTo>
                      <a:pt x="367982" y="169728"/>
                    </a:lnTo>
                    <a:lnTo>
                      <a:pt x="331152" y="198015"/>
                    </a:lnTo>
                    <a:lnTo>
                      <a:pt x="295500" y="228479"/>
                    </a:lnTo>
                    <a:lnTo>
                      <a:pt x="261112" y="261118"/>
                    </a:lnTo>
                    <a:lnTo>
                      <a:pt x="228473" y="295506"/>
                    </a:lnTo>
                    <a:lnTo>
                      <a:pt x="198010" y="331159"/>
                    </a:lnTo>
                    <a:lnTo>
                      <a:pt x="169723" y="367990"/>
                    </a:lnTo>
                    <a:lnTo>
                      <a:pt x="143611" y="405910"/>
                    </a:lnTo>
                    <a:lnTo>
                      <a:pt x="119676" y="444834"/>
                    </a:lnTo>
                    <a:lnTo>
                      <a:pt x="97917" y="484673"/>
                    </a:lnTo>
                    <a:lnTo>
                      <a:pt x="78333" y="525341"/>
                    </a:lnTo>
                    <a:lnTo>
                      <a:pt x="60926" y="566750"/>
                    </a:lnTo>
                    <a:lnTo>
                      <a:pt x="45694" y="608814"/>
                    </a:lnTo>
                    <a:lnTo>
                      <a:pt x="32639" y="651444"/>
                    </a:lnTo>
                    <a:lnTo>
                      <a:pt x="21759" y="694554"/>
                    </a:lnTo>
                    <a:lnTo>
                      <a:pt x="13055" y="738056"/>
                    </a:lnTo>
                    <a:lnTo>
                      <a:pt x="6527" y="781864"/>
                    </a:lnTo>
                    <a:lnTo>
                      <a:pt x="2175" y="825889"/>
                    </a:lnTo>
                    <a:lnTo>
                      <a:pt x="0" y="870046"/>
                    </a:lnTo>
                    <a:lnTo>
                      <a:pt x="0" y="914246"/>
                    </a:lnTo>
                    <a:lnTo>
                      <a:pt x="2175" y="958402"/>
                    </a:lnTo>
                    <a:lnTo>
                      <a:pt x="6527" y="1002428"/>
                    </a:lnTo>
                    <a:lnTo>
                      <a:pt x="13055" y="1046235"/>
                    </a:lnTo>
                    <a:lnTo>
                      <a:pt x="21759" y="1089738"/>
                    </a:lnTo>
                    <a:lnTo>
                      <a:pt x="32639" y="1132848"/>
                    </a:lnTo>
                    <a:lnTo>
                      <a:pt x="45694" y="1175478"/>
                    </a:lnTo>
                    <a:lnTo>
                      <a:pt x="60926" y="1217541"/>
                    </a:lnTo>
                    <a:lnTo>
                      <a:pt x="78333" y="1258950"/>
                    </a:lnTo>
                    <a:lnTo>
                      <a:pt x="97917" y="1299618"/>
                    </a:lnTo>
                    <a:lnTo>
                      <a:pt x="119676" y="1339457"/>
                    </a:lnTo>
                    <a:lnTo>
                      <a:pt x="143611" y="1378381"/>
                    </a:lnTo>
                    <a:lnTo>
                      <a:pt x="169723" y="1416302"/>
                    </a:lnTo>
                    <a:lnTo>
                      <a:pt x="198010" y="1453132"/>
                    </a:lnTo>
                    <a:lnTo>
                      <a:pt x="228473" y="1488785"/>
                    </a:lnTo>
                    <a:lnTo>
                      <a:pt x="261112" y="1523174"/>
                    </a:lnTo>
                    <a:lnTo>
                      <a:pt x="295501" y="1555813"/>
                    </a:lnTo>
                    <a:lnTo>
                      <a:pt x="331154" y="1586276"/>
                    </a:lnTo>
                    <a:lnTo>
                      <a:pt x="367984" y="1614563"/>
                    </a:lnTo>
                    <a:lnTo>
                      <a:pt x="405905" y="1640675"/>
                    </a:lnTo>
                    <a:lnTo>
                      <a:pt x="444828" y="1664610"/>
                    </a:lnTo>
                    <a:lnTo>
                      <a:pt x="484668" y="1686370"/>
                    </a:lnTo>
                    <a:lnTo>
                      <a:pt x="525336" y="1705954"/>
                    </a:lnTo>
                    <a:lnTo>
                      <a:pt x="566745" y="1723362"/>
                    </a:lnTo>
                    <a:lnTo>
                      <a:pt x="608808" y="1738594"/>
                    </a:lnTo>
                    <a:lnTo>
                      <a:pt x="651438" y="1751650"/>
                    </a:lnTo>
                    <a:lnTo>
                      <a:pt x="694548" y="1762530"/>
                    </a:lnTo>
                    <a:lnTo>
                      <a:pt x="738050" y="1771234"/>
                    </a:lnTo>
                    <a:lnTo>
                      <a:pt x="781858" y="1777762"/>
                    </a:lnTo>
                    <a:lnTo>
                      <a:pt x="825884" y="1782115"/>
                    </a:lnTo>
                    <a:lnTo>
                      <a:pt x="870040" y="1784291"/>
                    </a:lnTo>
                    <a:lnTo>
                      <a:pt x="914240" y="1784292"/>
                    </a:lnTo>
                    <a:lnTo>
                      <a:pt x="958397" y="1782116"/>
                    </a:lnTo>
                    <a:lnTo>
                      <a:pt x="1002422" y="1777765"/>
                    </a:lnTo>
                    <a:lnTo>
                      <a:pt x="1046230" y="1771238"/>
                    </a:lnTo>
                    <a:lnTo>
                      <a:pt x="1089732" y="1762534"/>
                    </a:lnTo>
                    <a:lnTo>
                      <a:pt x="1132842" y="1751655"/>
                    </a:lnTo>
                    <a:lnTo>
                      <a:pt x="1175472" y="1738600"/>
                    </a:lnTo>
                    <a:lnTo>
                      <a:pt x="1217536" y="1723369"/>
                    </a:lnTo>
                    <a:lnTo>
                      <a:pt x="1258945" y="1705962"/>
                    </a:lnTo>
                    <a:lnTo>
                      <a:pt x="1299613" y="1686378"/>
                    </a:lnTo>
                    <a:lnTo>
                      <a:pt x="1339452" y="1664619"/>
                    </a:lnTo>
                    <a:lnTo>
                      <a:pt x="1378375" y="1640684"/>
                    </a:lnTo>
                    <a:lnTo>
                      <a:pt x="1416296" y="1614573"/>
                    </a:lnTo>
                    <a:lnTo>
                      <a:pt x="1453127" y="1586286"/>
                    </a:lnTo>
                    <a:lnTo>
                      <a:pt x="1488780" y="1555823"/>
                    </a:lnTo>
                    <a:lnTo>
                      <a:pt x="1523168" y="1523184"/>
                    </a:lnTo>
                    <a:lnTo>
                      <a:pt x="1555807" y="1488795"/>
                    </a:lnTo>
                    <a:lnTo>
                      <a:pt x="1586270" y="1453142"/>
                    </a:lnTo>
                    <a:lnTo>
                      <a:pt x="1614557" y="1416312"/>
                    </a:lnTo>
                    <a:lnTo>
                      <a:pt x="1640669" y="1378391"/>
                    </a:lnTo>
                    <a:lnTo>
                      <a:pt x="1664604" y="1339466"/>
                    </a:lnTo>
                    <a:lnTo>
                      <a:pt x="1686363" y="1299626"/>
                    </a:lnTo>
                    <a:lnTo>
                      <a:pt x="1705947" y="1258958"/>
                    </a:lnTo>
                    <a:lnTo>
                      <a:pt x="1723354" y="1217548"/>
                    </a:lnTo>
                    <a:lnTo>
                      <a:pt x="1738586" y="1175484"/>
                    </a:lnTo>
                    <a:lnTo>
                      <a:pt x="1751642" y="1132853"/>
                    </a:lnTo>
                    <a:lnTo>
                      <a:pt x="1762521" y="1089742"/>
                    </a:lnTo>
                    <a:lnTo>
                      <a:pt x="1771225" y="1046239"/>
                    </a:lnTo>
                    <a:lnTo>
                      <a:pt x="1777753" y="1002430"/>
                    </a:lnTo>
                    <a:lnTo>
                      <a:pt x="1782105" y="958404"/>
                    </a:lnTo>
                    <a:lnTo>
                      <a:pt x="1784281" y="914246"/>
                    </a:lnTo>
                    <a:lnTo>
                      <a:pt x="1784281" y="870045"/>
                    </a:lnTo>
                    <a:lnTo>
                      <a:pt x="1782105" y="825888"/>
                    </a:lnTo>
                    <a:lnTo>
                      <a:pt x="1777753" y="781861"/>
                    </a:lnTo>
                    <a:lnTo>
                      <a:pt x="1771225" y="738052"/>
                    </a:lnTo>
                    <a:lnTo>
                      <a:pt x="1762521" y="694549"/>
                    </a:lnTo>
                    <a:lnTo>
                      <a:pt x="1751642" y="651438"/>
                    </a:lnTo>
                    <a:lnTo>
                      <a:pt x="1738586" y="608807"/>
                    </a:lnTo>
                    <a:lnTo>
                      <a:pt x="1723354" y="566743"/>
                    </a:lnTo>
                    <a:lnTo>
                      <a:pt x="1705947" y="525333"/>
                    </a:lnTo>
                    <a:lnTo>
                      <a:pt x="1686363" y="484665"/>
                    </a:lnTo>
                    <a:lnTo>
                      <a:pt x="1664604" y="444825"/>
                    </a:lnTo>
                    <a:lnTo>
                      <a:pt x="1640669" y="405901"/>
                    </a:lnTo>
                    <a:lnTo>
                      <a:pt x="1614557" y="367980"/>
                    </a:lnTo>
                    <a:lnTo>
                      <a:pt x="1586270" y="331149"/>
                    </a:lnTo>
                    <a:lnTo>
                      <a:pt x="1555807" y="295496"/>
                    </a:lnTo>
                    <a:lnTo>
                      <a:pt x="1523168" y="261107"/>
                    </a:lnTo>
                    <a:lnTo>
                      <a:pt x="1488780" y="228468"/>
                    </a:lnTo>
                    <a:lnTo>
                      <a:pt x="1453126" y="198005"/>
                    </a:lnTo>
                    <a:lnTo>
                      <a:pt x="1416296" y="169718"/>
                    </a:lnTo>
                    <a:lnTo>
                      <a:pt x="1378375" y="143607"/>
                    </a:lnTo>
                    <a:lnTo>
                      <a:pt x="1339451" y="119672"/>
                    </a:lnTo>
                    <a:lnTo>
                      <a:pt x="1299612" y="97913"/>
                    </a:lnTo>
                    <a:lnTo>
                      <a:pt x="1258943" y="78330"/>
                    </a:lnTo>
                    <a:lnTo>
                      <a:pt x="1217534" y="60923"/>
                    </a:lnTo>
                    <a:lnTo>
                      <a:pt x="1175470" y="45691"/>
                    </a:lnTo>
                    <a:lnTo>
                      <a:pt x="1132840" y="32636"/>
                    </a:lnTo>
                    <a:lnTo>
                      <a:pt x="1089730" y="21757"/>
                    </a:lnTo>
                    <a:lnTo>
                      <a:pt x="1046227" y="13054"/>
                    </a:lnTo>
                    <a:lnTo>
                      <a:pt x="1002419" y="6526"/>
                    </a:lnTo>
                    <a:lnTo>
                      <a:pt x="958393" y="2175"/>
                    </a:lnTo>
                    <a:lnTo>
                      <a:pt x="914236" y="0"/>
                    </a:lnTo>
                    <a:close/>
                  </a:path>
                </a:pathLst>
              </a:custGeom>
              <a:solidFill>
                <a:srgbClr val="00924F">
                  <a:alpha val="51998"/>
                </a:srgbClr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21" name="object 21"/>
            <p:cNvGrpSpPr/>
            <p:nvPr/>
          </p:nvGrpSpPr>
          <p:grpSpPr>
            <a:xfrm>
              <a:off x="7210157" y="7399394"/>
              <a:ext cx="2827655" cy="2587625"/>
              <a:chOff x="7210157" y="7399394"/>
              <a:chExt cx="2827655" cy="2587625"/>
            </a:xfrm>
          </p:grpSpPr>
          <p:sp>
            <p:nvSpPr>
              <p:cNvPr id="22" name="object 22"/>
              <p:cNvSpPr/>
              <p:nvPr/>
            </p:nvSpPr>
            <p:spPr>
              <a:xfrm>
                <a:off x="7238192" y="7399394"/>
                <a:ext cx="2799715" cy="2514600"/>
              </a:xfrm>
              <a:custGeom>
                <a:avLst/>
                <a:gdLst/>
                <a:ahLst/>
                <a:cxnLst/>
                <a:rect l="l" t="t" r="r" b="b"/>
                <a:pathLst>
                  <a:path w="2799715" h="2514600">
                    <a:moveTo>
                      <a:pt x="847701" y="0"/>
                    </a:moveTo>
                    <a:lnTo>
                      <a:pt x="0" y="55883"/>
                    </a:lnTo>
                    <a:lnTo>
                      <a:pt x="3624" y="104217"/>
                    </a:lnTo>
                    <a:lnTo>
                      <a:pt x="8088" y="152159"/>
                    </a:lnTo>
                    <a:lnTo>
                      <a:pt x="13394" y="199825"/>
                    </a:lnTo>
                    <a:lnTo>
                      <a:pt x="19533" y="247210"/>
                    </a:lnTo>
                    <a:lnTo>
                      <a:pt x="26498" y="294307"/>
                    </a:lnTo>
                    <a:lnTo>
                      <a:pt x="34281" y="341108"/>
                    </a:lnTo>
                    <a:lnTo>
                      <a:pt x="42874" y="387607"/>
                    </a:lnTo>
                    <a:lnTo>
                      <a:pt x="52269" y="433796"/>
                    </a:lnTo>
                    <a:lnTo>
                      <a:pt x="62458" y="479669"/>
                    </a:lnTo>
                    <a:lnTo>
                      <a:pt x="73434" y="525219"/>
                    </a:lnTo>
                    <a:lnTo>
                      <a:pt x="85188" y="570439"/>
                    </a:lnTo>
                    <a:lnTo>
                      <a:pt x="97712" y="615322"/>
                    </a:lnTo>
                    <a:lnTo>
                      <a:pt x="110999" y="659861"/>
                    </a:lnTo>
                    <a:lnTo>
                      <a:pt x="125041" y="704050"/>
                    </a:lnTo>
                    <a:lnTo>
                      <a:pt x="139829" y="747880"/>
                    </a:lnTo>
                    <a:lnTo>
                      <a:pt x="155357" y="791346"/>
                    </a:lnTo>
                    <a:lnTo>
                      <a:pt x="171615" y="834440"/>
                    </a:lnTo>
                    <a:lnTo>
                      <a:pt x="188596" y="877155"/>
                    </a:lnTo>
                    <a:lnTo>
                      <a:pt x="206293" y="919485"/>
                    </a:lnTo>
                    <a:lnTo>
                      <a:pt x="224697" y="961423"/>
                    </a:lnTo>
                    <a:lnTo>
                      <a:pt x="243800" y="1002961"/>
                    </a:lnTo>
                    <a:lnTo>
                      <a:pt x="263594" y="1044094"/>
                    </a:lnTo>
                    <a:lnTo>
                      <a:pt x="284072" y="1084812"/>
                    </a:lnTo>
                    <a:lnTo>
                      <a:pt x="305226" y="1125111"/>
                    </a:lnTo>
                    <a:lnTo>
                      <a:pt x="327048" y="1164983"/>
                    </a:lnTo>
                    <a:lnTo>
                      <a:pt x="349529" y="1204421"/>
                    </a:lnTo>
                    <a:lnTo>
                      <a:pt x="372662" y="1243418"/>
                    </a:lnTo>
                    <a:lnTo>
                      <a:pt x="396439" y="1281967"/>
                    </a:lnTo>
                    <a:lnTo>
                      <a:pt x="420853" y="1320061"/>
                    </a:lnTo>
                    <a:lnTo>
                      <a:pt x="445894" y="1357694"/>
                    </a:lnTo>
                    <a:lnTo>
                      <a:pt x="471556" y="1394858"/>
                    </a:lnTo>
                    <a:lnTo>
                      <a:pt x="497831" y="1431546"/>
                    </a:lnTo>
                    <a:lnTo>
                      <a:pt x="524709" y="1467752"/>
                    </a:lnTo>
                    <a:lnTo>
                      <a:pt x="552185" y="1503469"/>
                    </a:lnTo>
                    <a:lnTo>
                      <a:pt x="580249" y="1538690"/>
                    </a:lnTo>
                    <a:lnTo>
                      <a:pt x="608894" y="1573407"/>
                    </a:lnTo>
                    <a:lnTo>
                      <a:pt x="638112" y="1607614"/>
                    </a:lnTo>
                    <a:lnTo>
                      <a:pt x="667895" y="1641304"/>
                    </a:lnTo>
                    <a:lnTo>
                      <a:pt x="698234" y="1674470"/>
                    </a:lnTo>
                    <a:lnTo>
                      <a:pt x="729124" y="1707105"/>
                    </a:lnTo>
                    <a:lnTo>
                      <a:pt x="760554" y="1739202"/>
                    </a:lnTo>
                    <a:lnTo>
                      <a:pt x="792518" y="1770754"/>
                    </a:lnTo>
                    <a:lnTo>
                      <a:pt x="825007" y="1801755"/>
                    </a:lnTo>
                    <a:lnTo>
                      <a:pt x="858014" y="1832197"/>
                    </a:lnTo>
                    <a:lnTo>
                      <a:pt x="891530" y="1862074"/>
                    </a:lnTo>
                    <a:lnTo>
                      <a:pt x="925548" y="1891378"/>
                    </a:lnTo>
                    <a:lnTo>
                      <a:pt x="960060" y="1920102"/>
                    </a:lnTo>
                    <a:lnTo>
                      <a:pt x="995058" y="1948241"/>
                    </a:lnTo>
                    <a:lnTo>
                      <a:pt x="1030534" y="1975786"/>
                    </a:lnTo>
                    <a:lnTo>
                      <a:pt x="1066480" y="2002730"/>
                    </a:lnTo>
                    <a:lnTo>
                      <a:pt x="1102889" y="2029068"/>
                    </a:lnTo>
                    <a:lnTo>
                      <a:pt x="1139751" y="2054792"/>
                    </a:lnTo>
                    <a:lnTo>
                      <a:pt x="1177061" y="2079894"/>
                    </a:lnTo>
                    <a:lnTo>
                      <a:pt x="1214808" y="2104369"/>
                    </a:lnTo>
                    <a:lnTo>
                      <a:pt x="1252987" y="2128209"/>
                    </a:lnTo>
                    <a:lnTo>
                      <a:pt x="1291588" y="2151407"/>
                    </a:lnTo>
                    <a:lnTo>
                      <a:pt x="1330603" y="2173957"/>
                    </a:lnTo>
                    <a:lnTo>
                      <a:pt x="1370026" y="2195851"/>
                    </a:lnTo>
                    <a:lnTo>
                      <a:pt x="1409848" y="2217082"/>
                    </a:lnTo>
                    <a:lnTo>
                      <a:pt x="1450061" y="2237644"/>
                    </a:lnTo>
                    <a:lnTo>
                      <a:pt x="1490657" y="2257530"/>
                    </a:lnTo>
                    <a:lnTo>
                      <a:pt x="1531628" y="2276732"/>
                    </a:lnTo>
                    <a:lnTo>
                      <a:pt x="1572967" y="2295244"/>
                    </a:lnTo>
                    <a:lnTo>
                      <a:pt x="1614665" y="2313059"/>
                    </a:lnTo>
                    <a:lnTo>
                      <a:pt x="1656715" y="2330170"/>
                    </a:lnTo>
                    <a:lnTo>
                      <a:pt x="1699109" y="2346570"/>
                    </a:lnTo>
                    <a:lnTo>
                      <a:pt x="1741838" y="2362252"/>
                    </a:lnTo>
                    <a:lnTo>
                      <a:pt x="1784895" y="2377209"/>
                    </a:lnTo>
                    <a:lnTo>
                      <a:pt x="1828272" y="2391434"/>
                    </a:lnTo>
                    <a:lnTo>
                      <a:pt x="1871961" y="2404921"/>
                    </a:lnTo>
                    <a:lnTo>
                      <a:pt x="1915955" y="2417661"/>
                    </a:lnTo>
                    <a:lnTo>
                      <a:pt x="1960244" y="2429650"/>
                    </a:lnTo>
                    <a:lnTo>
                      <a:pt x="2004822" y="2440879"/>
                    </a:lnTo>
                    <a:lnTo>
                      <a:pt x="2049681" y="2451341"/>
                    </a:lnTo>
                    <a:lnTo>
                      <a:pt x="2094812" y="2461030"/>
                    </a:lnTo>
                    <a:lnTo>
                      <a:pt x="2140208" y="2469939"/>
                    </a:lnTo>
                    <a:lnTo>
                      <a:pt x="2185860" y="2478060"/>
                    </a:lnTo>
                    <a:lnTo>
                      <a:pt x="2231761" y="2485388"/>
                    </a:lnTo>
                    <a:lnTo>
                      <a:pt x="2277903" y="2491914"/>
                    </a:lnTo>
                    <a:lnTo>
                      <a:pt x="2324278" y="2497633"/>
                    </a:lnTo>
                    <a:lnTo>
                      <a:pt x="2370879" y="2502536"/>
                    </a:lnTo>
                    <a:lnTo>
                      <a:pt x="2417696" y="2506618"/>
                    </a:lnTo>
                    <a:lnTo>
                      <a:pt x="2464723" y="2509871"/>
                    </a:lnTo>
                    <a:lnTo>
                      <a:pt x="2511951" y="2512288"/>
                    </a:lnTo>
                    <a:lnTo>
                      <a:pt x="2559373" y="2513863"/>
                    </a:lnTo>
                    <a:lnTo>
                      <a:pt x="2606981" y="2514588"/>
                    </a:lnTo>
                    <a:lnTo>
                      <a:pt x="2654766" y="2514457"/>
                    </a:lnTo>
                    <a:lnTo>
                      <a:pt x="2702720" y="2513462"/>
                    </a:lnTo>
                    <a:lnTo>
                      <a:pt x="2750837" y="2511597"/>
                    </a:lnTo>
                    <a:lnTo>
                      <a:pt x="2799108" y="2508855"/>
                    </a:lnTo>
                    <a:lnTo>
                      <a:pt x="2743214" y="1661153"/>
                    </a:lnTo>
                    <a:lnTo>
                      <a:pt x="2695019" y="1663683"/>
                    </a:lnTo>
                    <a:lnTo>
                      <a:pt x="2647057" y="1664924"/>
                    </a:lnTo>
                    <a:lnTo>
                      <a:pt x="2599344" y="1664893"/>
                    </a:lnTo>
                    <a:lnTo>
                      <a:pt x="2551898" y="1663603"/>
                    </a:lnTo>
                    <a:lnTo>
                      <a:pt x="2504737" y="1661071"/>
                    </a:lnTo>
                    <a:lnTo>
                      <a:pt x="2457878" y="1657310"/>
                    </a:lnTo>
                    <a:lnTo>
                      <a:pt x="2411337" y="1652337"/>
                    </a:lnTo>
                    <a:lnTo>
                      <a:pt x="2365131" y="1646166"/>
                    </a:lnTo>
                    <a:lnTo>
                      <a:pt x="2319279" y="1638812"/>
                    </a:lnTo>
                    <a:lnTo>
                      <a:pt x="2273797" y="1630290"/>
                    </a:lnTo>
                    <a:lnTo>
                      <a:pt x="2228703" y="1620616"/>
                    </a:lnTo>
                    <a:lnTo>
                      <a:pt x="2184013" y="1609804"/>
                    </a:lnTo>
                    <a:lnTo>
                      <a:pt x="2139745" y="1597870"/>
                    </a:lnTo>
                    <a:lnTo>
                      <a:pt x="2095916" y="1584828"/>
                    </a:lnTo>
                    <a:lnTo>
                      <a:pt x="2052543" y="1570694"/>
                    </a:lnTo>
                    <a:lnTo>
                      <a:pt x="2009644" y="1555483"/>
                    </a:lnTo>
                    <a:lnTo>
                      <a:pt x="1967235" y="1539209"/>
                    </a:lnTo>
                    <a:lnTo>
                      <a:pt x="1925333" y="1521888"/>
                    </a:lnTo>
                    <a:lnTo>
                      <a:pt x="1883957" y="1503535"/>
                    </a:lnTo>
                    <a:lnTo>
                      <a:pt x="1843122" y="1484165"/>
                    </a:lnTo>
                    <a:lnTo>
                      <a:pt x="1802847" y="1463792"/>
                    </a:lnTo>
                    <a:lnTo>
                      <a:pt x="1763149" y="1442433"/>
                    </a:lnTo>
                    <a:lnTo>
                      <a:pt x="1724043" y="1420102"/>
                    </a:lnTo>
                    <a:lnTo>
                      <a:pt x="1685549" y="1396814"/>
                    </a:lnTo>
                    <a:lnTo>
                      <a:pt x="1647683" y="1372584"/>
                    </a:lnTo>
                    <a:lnTo>
                      <a:pt x="1610462" y="1347428"/>
                    </a:lnTo>
                    <a:lnTo>
                      <a:pt x="1573903" y="1321359"/>
                    </a:lnTo>
                    <a:lnTo>
                      <a:pt x="1538024" y="1294395"/>
                    </a:lnTo>
                    <a:lnTo>
                      <a:pt x="1502842" y="1266548"/>
                    </a:lnTo>
                    <a:lnTo>
                      <a:pt x="1468373" y="1237835"/>
                    </a:lnTo>
                    <a:lnTo>
                      <a:pt x="1434636" y="1208271"/>
                    </a:lnTo>
                    <a:lnTo>
                      <a:pt x="1401647" y="1177870"/>
                    </a:lnTo>
                    <a:lnTo>
                      <a:pt x="1369423" y="1146648"/>
                    </a:lnTo>
                    <a:lnTo>
                      <a:pt x="1337982" y="1114620"/>
                    </a:lnTo>
                    <a:lnTo>
                      <a:pt x="1307341" y="1081800"/>
                    </a:lnTo>
                    <a:lnTo>
                      <a:pt x="1277517" y="1048205"/>
                    </a:lnTo>
                    <a:lnTo>
                      <a:pt x="1248527" y="1013848"/>
                    </a:lnTo>
                    <a:lnTo>
                      <a:pt x="1220389" y="978745"/>
                    </a:lnTo>
                    <a:lnTo>
                      <a:pt x="1193119" y="942911"/>
                    </a:lnTo>
                    <a:lnTo>
                      <a:pt x="1166735" y="906362"/>
                    </a:lnTo>
                    <a:lnTo>
                      <a:pt x="1141253" y="869111"/>
                    </a:lnTo>
                    <a:lnTo>
                      <a:pt x="1116692" y="831175"/>
                    </a:lnTo>
                    <a:lnTo>
                      <a:pt x="1093069" y="792568"/>
                    </a:lnTo>
                    <a:lnTo>
                      <a:pt x="1070399" y="753305"/>
                    </a:lnTo>
                    <a:lnTo>
                      <a:pt x="1048702" y="713402"/>
                    </a:lnTo>
                    <a:lnTo>
                      <a:pt x="1027993" y="672873"/>
                    </a:lnTo>
                    <a:lnTo>
                      <a:pt x="1008290" y="631734"/>
                    </a:lnTo>
                    <a:lnTo>
                      <a:pt x="989611" y="589999"/>
                    </a:lnTo>
                    <a:lnTo>
                      <a:pt x="971972" y="547684"/>
                    </a:lnTo>
                    <a:lnTo>
                      <a:pt x="955391" y="504803"/>
                    </a:lnTo>
                    <a:lnTo>
                      <a:pt x="939884" y="461373"/>
                    </a:lnTo>
                    <a:lnTo>
                      <a:pt x="925469" y="417407"/>
                    </a:lnTo>
                    <a:lnTo>
                      <a:pt x="912164" y="372921"/>
                    </a:lnTo>
                    <a:lnTo>
                      <a:pt x="899985" y="327930"/>
                    </a:lnTo>
                    <a:lnTo>
                      <a:pt x="888949" y="282448"/>
                    </a:lnTo>
                    <a:lnTo>
                      <a:pt x="879074" y="236492"/>
                    </a:lnTo>
                    <a:lnTo>
                      <a:pt x="870377" y="190076"/>
                    </a:lnTo>
                    <a:lnTo>
                      <a:pt x="862875" y="143216"/>
                    </a:lnTo>
                    <a:lnTo>
                      <a:pt x="856586" y="95925"/>
                    </a:lnTo>
                    <a:lnTo>
                      <a:pt x="851525" y="48220"/>
                    </a:lnTo>
                    <a:lnTo>
                      <a:pt x="847701" y="0"/>
                    </a:lnTo>
                    <a:close/>
                  </a:path>
                </a:pathLst>
              </a:custGeom>
              <a:solidFill>
                <a:srgbClr val="D58530">
                  <a:alpha val="64999"/>
                </a:srgbClr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3" name="object 23"/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7210157" y="7823280"/>
                <a:ext cx="2163699" cy="2163693"/>
              </a:xfrm>
              <a:prstGeom prst="rect">
                <a:avLst/>
              </a:prstGeom>
            </p:spPr>
          </p:pic>
          <p:sp>
            <p:nvSpPr>
              <p:cNvPr id="24" name="object 24"/>
              <p:cNvSpPr/>
              <p:nvPr/>
            </p:nvSpPr>
            <p:spPr>
              <a:xfrm>
                <a:off x="7326852" y="7939097"/>
                <a:ext cx="1784350" cy="1784350"/>
              </a:xfrm>
              <a:custGeom>
                <a:avLst/>
                <a:gdLst/>
                <a:ahLst/>
                <a:cxnLst/>
                <a:rect l="l" t="t" r="r" b="b"/>
                <a:pathLst>
                  <a:path w="1784350" h="1784350">
                    <a:moveTo>
                      <a:pt x="914236" y="0"/>
                    </a:moveTo>
                    <a:lnTo>
                      <a:pt x="870036" y="0"/>
                    </a:lnTo>
                    <a:lnTo>
                      <a:pt x="825879" y="2176"/>
                    </a:lnTo>
                    <a:lnTo>
                      <a:pt x="781854" y="6529"/>
                    </a:lnTo>
                    <a:lnTo>
                      <a:pt x="738046" y="13057"/>
                    </a:lnTo>
                    <a:lnTo>
                      <a:pt x="694543" y="21761"/>
                    </a:lnTo>
                    <a:lnTo>
                      <a:pt x="651434" y="32642"/>
                    </a:lnTo>
                    <a:lnTo>
                      <a:pt x="608803" y="45698"/>
                    </a:lnTo>
                    <a:lnTo>
                      <a:pt x="566740" y="60930"/>
                    </a:lnTo>
                    <a:lnTo>
                      <a:pt x="525331" y="78337"/>
                    </a:lnTo>
                    <a:lnTo>
                      <a:pt x="484664" y="97921"/>
                    </a:lnTo>
                    <a:lnTo>
                      <a:pt x="444825" y="119681"/>
                    </a:lnTo>
                    <a:lnTo>
                      <a:pt x="405902" y="143617"/>
                    </a:lnTo>
                    <a:lnTo>
                      <a:pt x="367982" y="169728"/>
                    </a:lnTo>
                    <a:lnTo>
                      <a:pt x="331152" y="198015"/>
                    </a:lnTo>
                    <a:lnTo>
                      <a:pt x="295500" y="228479"/>
                    </a:lnTo>
                    <a:lnTo>
                      <a:pt x="261112" y="261118"/>
                    </a:lnTo>
                    <a:lnTo>
                      <a:pt x="228473" y="295506"/>
                    </a:lnTo>
                    <a:lnTo>
                      <a:pt x="198010" y="331159"/>
                    </a:lnTo>
                    <a:lnTo>
                      <a:pt x="169723" y="367990"/>
                    </a:lnTo>
                    <a:lnTo>
                      <a:pt x="143611" y="405910"/>
                    </a:lnTo>
                    <a:lnTo>
                      <a:pt x="119676" y="444834"/>
                    </a:lnTo>
                    <a:lnTo>
                      <a:pt x="97917" y="484673"/>
                    </a:lnTo>
                    <a:lnTo>
                      <a:pt x="78333" y="525341"/>
                    </a:lnTo>
                    <a:lnTo>
                      <a:pt x="60926" y="566750"/>
                    </a:lnTo>
                    <a:lnTo>
                      <a:pt x="45694" y="608814"/>
                    </a:lnTo>
                    <a:lnTo>
                      <a:pt x="32639" y="651444"/>
                    </a:lnTo>
                    <a:lnTo>
                      <a:pt x="21759" y="694554"/>
                    </a:lnTo>
                    <a:lnTo>
                      <a:pt x="13055" y="738056"/>
                    </a:lnTo>
                    <a:lnTo>
                      <a:pt x="6527" y="781864"/>
                    </a:lnTo>
                    <a:lnTo>
                      <a:pt x="2175" y="825889"/>
                    </a:lnTo>
                    <a:lnTo>
                      <a:pt x="0" y="870046"/>
                    </a:lnTo>
                    <a:lnTo>
                      <a:pt x="0" y="914246"/>
                    </a:lnTo>
                    <a:lnTo>
                      <a:pt x="2175" y="958402"/>
                    </a:lnTo>
                    <a:lnTo>
                      <a:pt x="6527" y="1002428"/>
                    </a:lnTo>
                    <a:lnTo>
                      <a:pt x="13055" y="1046235"/>
                    </a:lnTo>
                    <a:lnTo>
                      <a:pt x="21759" y="1089738"/>
                    </a:lnTo>
                    <a:lnTo>
                      <a:pt x="32639" y="1132848"/>
                    </a:lnTo>
                    <a:lnTo>
                      <a:pt x="45694" y="1175478"/>
                    </a:lnTo>
                    <a:lnTo>
                      <a:pt x="60926" y="1217541"/>
                    </a:lnTo>
                    <a:lnTo>
                      <a:pt x="78333" y="1258950"/>
                    </a:lnTo>
                    <a:lnTo>
                      <a:pt x="97917" y="1299618"/>
                    </a:lnTo>
                    <a:lnTo>
                      <a:pt x="119676" y="1339457"/>
                    </a:lnTo>
                    <a:lnTo>
                      <a:pt x="143611" y="1378381"/>
                    </a:lnTo>
                    <a:lnTo>
                      <a:pt x="169723" y="1416302"/>
                    </a:lnTo>
                    <a:lnTo>
                      <a:pt x="198010" y="1453132"/>
                    </a:lnTo>
                    <a:lnTo>
                      <a:pt x="228473" y="1488785"/>
                    </a:lnTo>
                    <a:lnTo>
                      <a:pt x="261112" y="1523174"/>
                    </a:lnTo>
                    <a:lnTo>
                      <a:pt x="295501" y="1555813"/>
                    </a:lnTo>
                    <a:lnTo>
                      <a:pt x="331154" y="1586276"/>
                    </a:lnTo>
                    <a:lnTo>
                      <a:pt x="367984" y="1614563"/>
                    </a:lnTo>
                    <a:lnTo>
                      <a:pt x="405905" y="1640675"/>
                    </a:lnTo>
                    <a:lnTo>
                      <a:pt x="444828" y="1664610"/>
                    </a:lnTo>
                    <a:lnTo>
                      <a:pt x="484668" y="1686370"/>
                    </a:lnTo>
                    <a:lnTo>
                      <a:pt x="525336" y="1705954"/>
                    </a:lnTo>
                    <a:lnTo>
                      <a:pt x="566745" y="1723362"/>
                    </a:lnTo>
                    <a:lnTo>
                      <a:pt x="608808" y="1738594"/>
                    </a:lnTo>
                    <a:lnTo>
                      <a:pt x="651438" y="1751650"/>
                    </a:lnTo>
                    <a:lnTo>
                      <a:pt x="694548" y="1762530"/>
                    </a:lnTo>
                    <a:lnTo>
                      <a:pt x="738050" y="1771234"/>
                    </a:lnTo>
                    <a:lnTo>
                      <a:pt x="781858" y="1777762"/>
                    </a:lnTo>
                    <a:lnTo>
                      <a:pt x="825884" y="1782115"/>
                    </a:lnTo>
                    <a:lnTo>
                      <a:pt x="870040" y="1784291"/>
                    </a:lnTo>
                    <a:lnTo>
                      <a:pt x="914240" y="1784292"/>
                    </a:lnTo>
                    <a:lnTo>
                      <a:pt x="958397" y="1782116"/>
                    </a:lnTo>
                    <a:lnTo>
                      <a:pt x="1002422" y="1777765"/>
                    </a:lnTo>
                    <a:lnTo>
                      <a:pt x="1046230" y="1771238"/>
                    </a:lnTo>
                    <a:lnTo>
                      <a:pt x="1089732" y="1762534"/>
                    </a:lnTo>
                    <a:lnTo>
                      <a:pt x="1132842" y="1751655"/>
                    </a:lnTo>
                    <a:lnTo>
                      <a:pt x="1175472" y="1738600"/>
                    </a:lnTo>
                    <a:lnTo>
                      <a:pt x="1217536" y="1723369"/>
                    </a:lnTo>
                    <a:lnTo>
                      <a:pt x="1258945" y="1705962"/>
                    </a:lnTo>
                    <a:lnTo>
                      <a:pt x="1299613" y="1686378"/>
                    </a:lnTo>
                    <a:lnTo>
                      <a:pt x="1339452" y="1664619"/>
                    </a:lnTo>
                    <a:lnTo>
                      <a:pt x="1378375" y="1640684"/>
                    </a:lnTo>
                    <a:lnTo>
                      <a:pt x="1416296" y="1614573"/>
                    </a:lnTo>
                    <a:lnTo>
                      <a:pt x="1453127" y="1586286"/>
                    </a:lnTo>
                    <a:lnTo>
                      <a:pt x="1488780" y="1555823"/>
                    </a:lnTo>
                    <a:lnTo>
                      <a:pt x="1523168" y="1523184"/>
                    </a:lnTo>
                    <a:lnTo>
                      <a:pt x="1555807" y="1488795"/>
                    </a:lnTo>
                    <a:lnTo>
                      <a:pt x="1586270" y="1453142"/>
                    </a:lnTo>
                    <a:lnTo>
                      <a:pt x="1614557" y="1416312"/>
                    </a:lnTo>
                    <a:lnTo>
                      <a:pt x="1640669" y="1378391"/>
                    </a:lnTo>
                    <a:lnTo>
                      <a:pt x="1664604" y="1339466"/>
                    </a:lnTo>
                    <a:lnTo>
                      <a:pt x="1686363" y="1299626"/>
                    </a:lnTo>
                    <a:lnTo>
                      <a:pt x="1705947" y="1258958"/>
                    </a:lnTo>
                    <a:lnTo>
                      <a:pt x="1723354" y="1217548"/>
                    </a:lnTo>
                    <a:lnTo>
                      <a:pt x="1738586" y="1175484"/>
                    </a:lnTo>
                    <a:lnTo>
                      <a:pt x="1751642" y="1132853"/>
                    </a:lnTo>
                    <a:lnTo>
                      <a:pt x="1762521" y="1089742"/>
                    </a:lnTo>
                    <a:lnTo>
                      <a:pt x="1771225" y="1046239"/>
                    </a:lnTo>
                    <a:lnTo>
                      <a:pt x="1777753" y="1002430"/>
                    </a:lnTo>
                    <a:lnTo>
                      <a:pt x="1782105" y="958404"/>
                    </a:lnTo>
                    <a:lnTo>
                      <a:pt x="1784281" y="914246"/>
                    </a:lnTo>
                    <a:lnTo>
                      <a:pt x="1784281" y="870045"/>
                    </a:lnTo>
                    <a:lnTo>
                      <a:pt x="1782105" y="825888"/>
                    </a:lnTo>
                    <a:lnTo>
                      <a:pt x="1777753" y="781861"/>
                    </a:lnTo>
                    <a:lnTo>
                      <a:pt x="1771225" y="738052"/>
                    </a:lnTo>
                    <a:lnTo>
                      <a:pt x="1762521" y="694549"/>
                    </a:lnTo>
                    <a:lnTo>
                      <a:pt x="1751642" y="651438"/>
                    </a:lnTo>
                    <a:lnTo>
                      <a:pt x="1738586" y="608807"/>
                    </a:lnTo>
                    <a:lnTo>
                      <a:pt x="1723354" y="566743"/>
                    </a:lnTo>
                    <a:lnTo>
                      <a:pt x="1705947" y="525333"/>
                    </a:lnTo>
                    <a:lnTo>
                      <a:pt x="1686363" y="484665"/>
                    </a:lnTo>
                    <a:lnTo>
                      <a:pt x="1664604" y="444825"/>
                    </a:lnTo>
                    <a:lnTo>
                      <a:pt x="1640669" y="405901"/>
                    </a:lnTo>
                    <a:lnTo>
                      <a:pt x="1614557" y="367980"/>
                    </a:lnTo>
                    <a:lnTo>
                      <a:pt x="1586270" y="331149"/>
                    </a:lnTo>
                    <a:lnTo>
                      <a:pt x="1555807" y="295496"/>
                    </a:lnTo>
                    <a:lnTo>
                      <a:pt x="1523168" y="261107"/>
                    </a:lnTo>
                    <a:lnTo>
                      <a:pt x="1488780" y="228468"/>
                    </a:lnTo>
                    <a:lnTo>
                      <a:pt x="1453126" y="198005"/>
                    </a:lnTo>
                    <a:lnTo>
                      <a:pt x="1416296" y="169718"/>
                    </a:lnTo>
                    <a:lnTo>
                      <a:pt x="1378375" y="143607"/>
                    </a:lnTo>
                    <a:lnTo>
                      <a:pt x="1339451" y="119672"/>
                    </a:lnTo>
                    <a:lnTo>
                      <a:pt x="1299612" y="97913"/>
                    </a:lnTo>
                    <a:lnTo>
                      <a:pt x="1258943" y="78330"/>
                    </a:lnTo>
                    <a:lnTo>
                      <a:pt x="1217534" y="60923"/>
                    </a:lnTo>
                    <a:lnTo>
                      <a:pt x="1175470" y="45691"/>
                    </a:lnTo>
                    <a:lnTo>
                      <a:pt x="1132840" y="32636"/>
                    </a:lnTo>
                    <a:lnTo>
                      <a:pt x="1089730" y="21757"/>
                    </a:lnTo>
                    <a:lnTo>
                      <a:pt x="1046227" y="13054"/>
                    </a:lnTo>
                    <a:lnTo>
                      <a:pt x="1002419" y="6526"/>
                    </a:lnTo>
                    <a:lnTo>
                      <a:pt x="958393" y="2175"/>
                    </a:lnTo>
                    <a:lnTo>
                      <a:pt x="914236" y="0"/>
                    </a:lnTo>
                    <a:close/>
                  </a:path>
                </a:pathLst>
              </a:custGeom>
              <a:solidFill>
                <a:srgbClr val="D58530">
                  <a:alpha val="36997"/>
                </a:srgbClr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5" name="object 25"/>
            <p:cNvSpPr txBox="1"/>
            <p:nvPr/>
          </p:nvSpPr>
          <p:spPr>
            <a:xfrm>
              <a:off x="10896045" y="5181951"/>
              <a:ext cx="1558925" cy="30416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1800" b="1" spc="-10" dirty="0">
                  <a:solidFill>
                    <a:srgbClr val="FFFFFF"/>
                  </a:solidFill>
                  <a:latin typeface="Century Gothic"/>
                  <a:cs typeface="Century Gothic"/>
                </a:rPr>
                <a:t>Preparedness</a:t>
              </a:r>
              <a:endParaRPr sz="1800">
                <a:latin typeface="Century Gothic"/>
                <a:cs typeface="Century Gothic"/>
              </a:endParaRPr>
            </a:p>
          </p:txBody>
        </p:sp>
        <p:sp>
          <p:nvSpPr>
            <p:cNvPr id="26" name="object 26"/>
            <p:cNvSpPr txBox="1"/>
            <p:nvPr/>
          </p:nvSpPr>
          <p:spPr>
            <a:xfrm>
              <a:off x="10996898" y="8636813"/>
              <a:ext cx="1365885" cy="36512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lang="en-US" sz="2200" b="1" spc="-10" dirty="0">
                  <a:solidFill>
                    <a:srgbClr val="FFFFFF"/>
                  </a:solidFill>
                  <a:latin typeface="Century Gothic"/>
                  <a:cs typeface="Century Gothic"/>
                </a:rPr>
                <a:t>Response</a:t>
              </a:r>
              <a:endParaRPr sz="2200" dirty="0">
                <a:latin typeface="Century Gothic"/>
                <a:cs typeface="Century Gothic"/>
              </a:endParaRPr>
            </a:p>
          </p:txBody>
        </p:sp>
        <p:sp>
          <p:nvSpPr>
            <p:cNvPr id="27" name="object 27"/>
            <p:cNvSpPr txBox="1"/>
            <p:nvPr/>
          </p:nvSpPr>
          <p:spPr>
            <a:xfrm>
              <a:off x="7547080" y="5187996"/>
              <a:ext cx="1356995" cy="352425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0"/>
                </a:spcBef>
              </a:pPr>
              <a:r>
                <a:rPr sz="2150" b="1" spc="-10" dirty="0">
                  <a:solidFill>
                    <a:srgbClr val="FFFFFF"/>
                  </a:solidFill>
                  <a:latin typeface="Century Gothic"/>
                  <a:cs typeface="Century Gothic"/>
                </a:rPr>
                <a:t>Mitigation</a:t>
              </a:r>
              <a:endParaRPr sz="2150" dirty="0">
                <a:latin typeface="Century Gothic"/>
                <a:cs typeface="Century Gothic"/>
              </a:endParaRPr>
            </a:p>
          </p:txBody>
        </p:sp>
        <p:sp>
          <p:nvSpPr>
            <p:cNvPr id="28" name="object 28"/>
            <p:cNvSpPr txBox="1"/>
            <p:nvPr/>
          </p:nvSpPr>
          <p:spPr>
            <a:xfrm>
              <a:off x="7528254" y="8558752"/>
              <a:ext cx="1381760" cy="389890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0"/>
                </a:spcBef>
              </a:pPr>
              <a:r>
                <a:rPr sz="2400" b="1" spc="-45" dirty="0">
                  <a:solidFill>
                    <a:srgbClr val="FFFFFF"/>
                  </a:solidFill>
                  <a:latin typeface="Century Gothic"/>
                  <a:cs typeface="Century Gothic"/>
                </a:rPr>
                <a:t>Recovery</a:t>
              </a:r>
              <a:endParaRPr sz="2400">
                <a:latin typeface="Century Gothic"/>
                <a:cs typeface="Century Gothic"/>
              </a:endParaRPr>
            </a:p>
          </p:txBody>
        </p:sp>
      </p:grpSp>
      <p:sp>
        <p:nvSpPr>
          <p:cNvPr id="35" name="object 35"/>
          <p:cNvSpPr/>
          <p:nvPr/>
        </p:nvSpPr>
        <p:spPr>
          <a:xfrm>
            <a:off x="0" y="11298085"/>
            <a:ext cx="20104100" cy="10795"/>
          </a:xfrm>
          <a:custGeom>
            <a:avLst/>
            <a:gdLst/>
            <a:ahLst/>
            <a:cxnLst/>
            <a:rect l="l" t="t" r="r" b="b"/>
            <a:pathLst>
              <a:path w="20104100" h="10795">
                <a:moveTo>
                  <a:pt x="20104100" y="0"/>
                </a:moveTo>
                <a:lnTo>
                  <a:pt x="0" y="0"/>
                </a:lnTo>
                <a:lnTo>
                  <a:pt x="0" y="10470"/>
                </a:lnTo>
                <a:lnTo>
                  <a:pt x="20104100" y="10470"/>
                </a:lnTo>
                <a:lnTo>
                  <a:pt x="20104100" y="0"/>
                </a:lnTo>
                <a:close/>
              </a:path>
            </a:pathLst>
          </a:custGeom>
          <a:solidFill>
            <a:srgbClr val="BD4A5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463C143-E08E-1F66-C3C8-287A82630442}"/>
              </a:ext>
            </a:extLst>
          </p:cNvPr>
          <p:cNvGrpSpPr/>
          <p:nvPr/>
        </p:nvGrpSpPr>
        <p:grpSpPr>
          <a:xfrm>
            <a:off x="2393730" y="3682645"/>
            <a:ext cx="6913343" cy="6629186"/>
            <a:chOff x="5901398" y="3298167"/>
            <a:chExt cx="6913343" cy="6629186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628CD065-A482-A15F-00F3-912BC26A482C}"/>
                </a:ext>
              </a:extLst>
            </p:cNvPr>
            <p:cNvGrpSpPr/>
            <p:nvPr/>
          </p:nvGrpSpPr>
          <p:grpSpPr>
            <a:xfrm>
              <a:off x="9091101" y="5333460"/>
              <a:ext cx="3723640" cy="3723640"/>
              <a:chOff x="10142715" y="6595743"/>
              <a:chExt cx="3723640" cy="3723640"/>
            </a:xfrm>
          </p:grpSpPr>
          <p:sp>
            <p:nvSpPr>
              <p:cNvPr id="47" name="object 14">
                <a:extLst>
                  <a:ext uri="{FF2B5EF4-FFF2-40B4-BE49-F238E27FC236}">
                    <a16:creationId xmlns:a16="http://schemas.microsoft.com/office/drawing/2014/main" id="{77E2DE54-267C-0A4C-5E16-A4AF6DB8A851}"/>
                  </a:ext>
                </a:extLst>
              </p:cNvPr>
              <p:cNvSpPr/>
              <p:nvPr/>
            </p:nvSpPr>
            <p:spPr>
              <a:xfrm>
                <a:off x="10142715" y="6595743"/>
                <a:ext cx="3723640" cy="3723640"/>
              </a:xfrm>
              <a:custGeom>
                <a:avLst/>
                <a:gdLst/>
                <a:ahLst/>
                <a:cxnLst/>
                <a:rect l="l" t="t" r="r" b="b"/>
                <a:pathLst>
                  <a:path w="3723640" h="3723640">
                    <a:moveTo>
                      <a:pt x="1861817" y="0"/>
                    </a:moveTo>
                    <a:lnTo>
                      <a:pt x="1813763" y="608"/>
                    </a:lnTo>
                    <a:lnTo>
                      <a:pt x="1766008" y="2422"/>
                    </a:lnTo>
                    <a:lnTo>
                      <a:pt x="1718568" y="5428"/>
                    </a:lnTo>
                    <a:lnTo>
                      <a:pt x="1671457" y="9612"/>
                    </a:lnTo>
                    <a:lnTo>
                      <a:pt x="1624690" y="14958"/>
                    </a:lnTo>
                    <a:lnTo>
                      <a:pt x="1578281" y="21452"/>
                    </a:lnTo>
                    <a:lnTo>
                      <a:pt x="1532245" y="29079"/>
                    </a:lnTo>
                    <a:lnTo>
                      <a:pt x="1486597" y="37825"/>
                    </a:lnTo>
                    <a:lnTo>
                      <a:pt x="1441350" y="47675"/>
                    </a:lnTo>
                    <a:lnTo>
                      <a:pt x="1396521" y="58614"/>
                    </a:lnTo>
                    <a:lnTo>
                      <a:pt x="1352122" y="70628"/>
                    </a:lnTo>
                    <a:lnTo>
                      <a:pt x="1308170" y="83702"/>
                    </a:lnTo>
                    <a:lnTo>
                      <a:pt x="1264679" y="97822"/>
                    </a:lnTo>
                    <a:lnTo>
                      <a:pt x="1221663" y="112973"/>
                    </a:lnTo>
                    <a:lnTo>
                      <a:pt x="1179136" y="129140"/>
                    </a:lnTo>
                    <a:lnTo>
                      <a:pt x="1137115" y="146309"/>
                    </a:lnTo>
                    <a:lnTo>
                      <a:pt x="1095612" y="164465"/>
                    </a:lnTo>
                    <a:lnTo>
                      <a:pt x="1054643" y="183593"/>
                    </a:lnTo>
                    <a:lnTo>
                      <a:pt x="1014223" y="203679"/>
                    </a:lnTo>
                    <a:lnTo>
                      <a:pt x="974365" y="224709"/>
                    </a:lnTo>
                    <a:lnTo>
                      <a:pt x="935085" y="246667"/>
                    </a:lnTo>
                    <a:lnTo>
                      <a:pt x="896398" y="269539"/>
                    </a:lnTo>
                    <a:lnTo>
                      <a:pt x="858317" y="293310"/>
                    </a:lnTo>
                    <a:lnTo>
                      <a:pt x="820858" y="317966"/>
                    </a:lnTo>
                    <a:lnTo>
                      <a:pt x="784035" y="343492"/>
                    </a:lnTo>
                    <a:lnTo>
                      <a:pt x="747863" y="369874"/>
                    </a:lnTo>
                    <a:lnTo>
                      <a:pt x="712356" y="397096"/>
                    </a:lnTo>
                    <a:lnTo>
                      <a:pt x="677529" y="425145"/>
                    </a:lnTo>
                    <a:lnTo>
                      <a:pt x="643397" y="454005"/>
                    </a:lnTo>
                    <a:lnTo>
                      <a:pt x="609974" y="483662"/>
                    </a:lnTo>
                    <a:lnTo>
                      <a:pt x="577275" y="514102"/>
                    </a:lnTo>
                    <a:lnTo>
                      <a:pt x="545314" y="545309"/>
                    </a:lnTo>
                    <a:lnTo>
                      <a:pt x="514107" y="577269"/>
                    </a:lnTo>
                    <a:lnTo>
                      <a:pt x="483667" y="609968"/>
                    </a:lnTo>
                    <a:lnTo>
                      <a:pt x="454009" y="643391"/>
                    </a:lnTo>
                    <a:lnTo>
                      <a:pt x="425149" y="677523"/>
                    </a:lnTo>
                    <a:lnTo>
                      <a:pt x="397100" y="712350"/>
                    </a:lnTo>
                    <a:lnTo>
                      <a:pt x="369877" y="747856"/>
                    </a:lnTo>
                    <a:lnTo>
                      <a:pt x="343496" y="784028"/>
                    </a:lnTo>
                    <a:lnTo>
                      <a:pt x="317969" y="820851"/>
                    </a:lnTo>
                    <a:lnTo>
                      <a:pt x="293313" y="858310"/>
                    </a:lnTo>
                    <a:lnTo>
                      <a:pt x="269542" y="896390"/>
                    </a:lnTo>
                    <a:lnTo>
                      <a:pt x="246669" y="935078"/>
                    </a:lnTo>
                    <a:lnTo>
                      <a:pt x="224711" y="974357"/>
                    </a:lnTo>
                    <a:lnTo>
                      <a:pt x="203682" y="1014214"/>
                    </a:lnTo>
                    <a:lnTo>
                      <a:pt x="183595" y="1054635"/>
                    </a:lnTo>
                    <a:lnTo>
                      <a:pt x="164467" y="1095603"/>
                    </a:lnTo>
                    <a:lnTo>
                      <a:pt x="146311" y="1137106"/>
                    </a:lnTo>
                    <a:lnTo>
                      <a:pt x="129142" y="1179127"/>
                    </a:lnTo>
                    <a:lnTo>
                      <a:pt x="112974" y="1221653"/>
                    </a:lnTo>
                    <a:lnTo>
                      <a:pt x="97823" y="1264669"/>
                    </a:lnTo>
                    <a:lnTo>
                      <a:pt x="83703" y="1308161"/>
                    </a:lnTo>
                    <a:lnTo>
                      <a:pt x="70629" y="1352113"/>
                    </a:lnTo>
                    <a:lnTo>
                      <a:pt x="58615" y="1396511"/>
                    </a:lnTo>
                    <a:lnTo>
                      <a:pt x="47675" y="1441340"/>
                    </a:lnTo>
                    <a:lnTo>
                      <a:pt x="37825" y="1486587"/>
                    </a:lnTo>
                    <a:lnTo>
                      <a:pt x="29079" y="1532235"/>
                    </a:lnTo>
                    <a:lnTo>
                      <a:pt x="21452" y="1578271"/>
                    </a:lnTo>
                    <a:lnTo>
                      <a:pt x="14958" y="1624680"/>
                    </a:lnTo>
                    <a:lnTo>
                      <a:pt x="9612" y="1671447"/>
                    </a:lnTo>
                    <a:lnTo>
                      <a:pt x="5428" y="1718558"/>
                    </a:lnTo>
                    <a:lnTo>
                      <a:pt x="2422" y="1765998"/>
                    </a:lnTo>
                    <a:lnTo>
                      <a:pt x="608" y="1813752"/>
                    </a:lnTo>
                    <a:lnTo>
                      <a:pt x="0" y="1861807"/>
                    </a:lnTo>
                    <a:lnTo>
                      <a:pt x="608" y="1909861"/>
                    </a:lnTo>
                    <a:lnTo>
                      <a:pt x="2422" y="1957615"/>
                    </a:lnTo>
                    <a:lnTo>
                      <a:pt x="5428" y="2005055"/>
                    </a:lnTo>
                    <a:lnTo>
                      <a:pt x="9612" y="2052166"/>
                    </a:lnTo>
                    <a:lnTo>
                      <a:pt x="14958" y="2098934"/>
                    </a:lnTo>
                    <a:lnTo>
                      <a:pt x="21452" y="2145343"/>
                    </a:lnTo>
                    <a:lnTo>
                      <a:pt x="29079" y="2191379"/>
                    </a:lnTo>
                    <a:lnTo>
                      <a:pt x="37825" y="2237027"/>
                    </a:lnTo>
                    <a:lnTo>
                      <a:pt x="47675" y="2282274"/>
                    </a:lnTo>
                    <a:lnTo>
                      <a:pt x="58615" y="2327103"/>
                    </a:lnTo>
                    <a:lnTo>
                      <a:pt x="70629" y="2371501"/>
                    </a:lnTo>
                    <a:lnTo>
                      <a:pt x="83703" y="2415454"/>
                    </a:lnTo>
                    <a:lnTo>
                      <a:pt x="97823" y="2458945"/>
                    </a:lnTo>
                    <a:lnTo>
                      <a:pt x="112974" y="2501961"/>
                    </a:lnTo>
                    <a:lnTo>
                      <a:pt x="129142" y="2544487"/>
                    </a:lnTo>
                    <a:lnTo>
                      <a:pt x="146311" y="2586509"/>
                    </a:lnTo>
                    <a:lnTo>
                      <a:pt x="164467" y="2628012"/>
                    </a:lnTo>
                    <a:lnTo>
                      <a:pt x="183595" y="2668981"/>
                    </a:lnTo>
                    <a:lnTo>
                      <a:pt x="203682" y="2709401"/>
                    </a:lnTo>
                    <a:lnTo>
                      <a:pt x="224711" y="2749259"/>
                    </a:lnTo>
                    <a:lnTo>
                      <a:pt x="246669" y="2788538"/>
                    </a:lnTo>
                    <a:lnTo>
                      <a:pt x="269542" y="2827226"/>
                    </a:lnTo>
                    <a:lnTo>
                      <a:pt x="293313" y="2865307"/>
                    </a:lnTo>
                    <a:lnTo>
                      <a:pt x="317969" y="2902766"/>
                    </a:lnTo>
                    <a:lnTo>
                      <a:pt x="343496" y="2939589"/>
                    </a:lnTo>
                    <a:lnTo>
                      <a:pt x="369877" y="2975761"/>
                    </a:lnTo>
                    <a:lnTo>
                      <a:pt x="397100" y="3011268"/>
                    </a:lnTo>
                    <a:lnTo>
                      <a:pt x="425149" y="3046095"/>
                    </a:lnTo>
                    <a:lnTo>
                      <a:pt x="454009" y="3080227"/>
                    </a:lnTo>
                    <a:lnTo>
                      <a:pt x="483667" y="3113650"/>
                    </a:lnTo>
                    <a:lnTo>
                      <a:pt x="514107" y="3146349"/>
                    </a:lnTo>
                    <a:lnTo>
                      <a:pt x="545314" y="3178310"/>
                    </a:lnTo>
                    <a:lnTo>
                      <a:pt x="577275" y="3209517"/>
                    </a:lnTo>
                    <a:lnTo>
                      <a:pt x="609974" y="3239957"/>
                    </a:lnTo>
                    <a:lnTo>
                      <a:pt x="643397" y="3269615"/>
                    </a:lnTo>
                    <a:lnTo>
                      <a:pt x="677529" y="3298475"/>
                    </a:lnTo>
                    <a:lnTo>
                      <a:pt x="712356" y="3326524"/>
                    </a:lnTo>
                    <a:lnTo>
                      <a:pt x="747863" y="3353747"/>
                    </a:lnTo>
                    <a:lnTo>
                      <a:pt x="784035" y="3380128"/>
                    </a:lnTo>
                    <a:lnTo>
                      <a:pt x="820858" y="3405655"/>
                    </a:lnTo>
                    <a:lnTo>
                      <a:pt x="858317" y="3430311"/>
                    </a:lnTo>
                    <a:lnTo>
                      <a:pt x="896398" y="3454082"/>
                    </a:lnTo>
                    <a:lnTo>
                      <a:pt x="935085" y="3476954"/>
                    </a:lnTo>
                    <a:lnTo>
                      <a:pt x="974365" y="3498913"/>
                    </a:lnTo>
                    <a:lnTo>
                      <a:pt x="1014223" y="3519942"/>
                    </a:lnTo>
                    <a:lnTo>
                      <a:pt x="1054643" y="3540029"/>
                    </a:lnTo>
                    <a:lnTo>
                      <a:pt x="1095612" y="3559157"/>
                    </a:lnTo>
                    <a:lnTo>
                      <a:pt x="1137115" y="3577313"/>
                    </a:lnTo>
                    <a:lnTo>
                      <a:pt x="1179136" y="3594482"/>
                    </a:lnTo>
                    <a:lnTo>
                      <a:pt x="1221663" y="3610650"/>
                    </a:lnTo>
                    <a:lnTo>
                      <a:pt x="1264679" y="3625800"/>
                    </a:lnTo>
                    <a:lnTo>
                      <a:pt x="1308170" y="3639921"/>
                    </a:lnTo>
                    <a:lnTo>
                      <a:pt x="1352122" y="3652995"/>
                    </a:lnTo>
                    <a:lnTo>
                      <a:pt x="1396521" y="3665009"/>
                    </a:lnTo>
                    <a:lnTo>
                      <a:pt x="1441350" y="3675949"/>
                    </a:lnTo>
                    <a:lnTo>
                      <a:pt x="1486597" y="3685799"/>
                    </a:lnTo>
                    <a:lnTo>
                      <a:pt x="1532245" y="3694545"/>
                    </a:lnTo>
                    <a:lnTo>
                      <a:pt x="1578281" y="3702172"/>
                    </a:lnTo>
                    <a:lnTo>
                      <a:pt x="1624690" y="3708666"/>
                    </a:lnTo>
                    <a:lnTo>
                      <a:pt x="1671457" y="3714012"/>
                    </a:lnTo>
                    <a:lnTo>
                      <a:pt x="1718568" y="3718195"/>
                    </a:lnTo>
                    <a:lnTo>
                      <a:pt x="1766008" y="3721202"/>
                    </a:lnTo>
                    <a:lnTo>
                      <a:pt x="1813763" y="3723016"/>
                    </a:lnTo>
                    <a:lnTo>
                      <a:pt x="1861817" y="3723624"/>
                    </a:lnTo>
                    <a:lnTo>
                      <a:pt x="1909871" y="3723016"/>
                    </a:lnTo>
                    <a:lnTo>
                      <a:pt x="1957626" y="3721202"/>
                    </a:lnTo>
                    <a:lnTo>
                      <a:pt x="2005066" y="3718195"/>
                    </a:lnTo>
                    <a:lnTo>
                      <a:pt x="2052177" y="3714012"/>
                    </a:lnTo>
                    <a:lnTo>
                      <a:pt x="2098944" y="3708666"/>
                    </a:lnTo>
                    <a:lnTo>
                      <a:pt x="2145353" y="3702172"/>
                    </a:lnTo>
                    <a:lnTo>
                      <a:pt x="2191389" y="3694545"/>
                    </a:lnTo>
                    <a:lnTo>
                      <a:pt x="2237038" y="3685799"/>
                    </a:lnTo>
                    <a:lnTo>
                      <a:pt x="2282284" y="3675949"/>
                    </a:lnTo>
                    <a:lnTo>
                      <a:pt x="2327114" y="3665009"/>
                    </a:lnTo>
                    <a:lnTo>
                      <a:pt x="2371512" y="3652995"/>
                    </a:lnTo>
                    <a:lnTo>
                      <a:pt x="2415464" y="3639921"/>
                    </a:lnTo>
                    <a:lnTo>
                      <a:pt x="2458955" y="3625800"/>
                    </a:lnTo>
                    <a:lnTo>
                      <a:pt x="2501972" y="3610650"/>
                    </a:lnTo>
                    <a:lnTo>
                      <a:pt x="2544498" y="3594482"/>
                    </a:lnTo>
                    <a:lnTo>
                      <a:pt x="2586520" y="3577313"/>
                    </a:lnTo>
                    <a:lnTo>
                      <a:pt x="2628022" y="3559157"/>
                    </a:lnTo>
                    <a:lnTo>
                      <a:pt x="2668991" y="3540029"/>
                    </a:lnTo>
                    <a:lnTo>
                      <a:pt x="2709412" y="3519942"/>
                    </a:lnTo>
                    <a:lnTo>
                      <a:pt x="2749269" y="3498913"/>
                    </a:lnTo>
                    <a:lnTo>
                      <a:pt x="2788549" y="3476954"/>
                    </a:lnTo>
                    <a:lnTo>
                      <a:pt x="2827236" y="3454082"/>
                    </a:lnTo>
                    <a:lnTo>
                      <a:pt x="2865317" y="3430311"/>
                    </a:lnTo>
                    <a:lnTo>
                      <a:pt x="2902776" y="3405655"/>
                    </a:lnTo>
                    <a:lnTo>
                      <a:pt x="2939599" y="3380128"/>
                    </a:lnTo>
                    <a:lnTo>
                      <a:pt x="2975771" y="3353747"/>
                    </a:lnTo>
                    <a:lnTo>
                      <a:pt x="3011278" y="3326524"/>
                    </a:lnTo>
                    <a:lnTo>
                      <a:pt x="3046105" y="3298475"/>
                    </a:lnTo>
                    <a:lnTo>
                      <a:pt x="3080237" y="3269615"/>
                    </a:lnTo>
                    <a:lnTo>
                      <a:pt x="3113660" y="3239957"/>
                    </a:lnTo>
                    <a:lnTo>
                      <a:pt x="3146360" y="3209517"/>
                    </a:lnTo>
                    <a:lnTo>
                      <a:pt x="3178320" y="3178310"/>
                    </a:lnTo>
                    <a:lnTo>
                      <a:pt x="3209528" y="3146349"/>
                    </a:lnTo>
                    <a:lnTo>
                      <a:pt x="3239968" y="3113650"/>
                    </a:lnTo>
                    <a:lnTo>
                      <a:pt x="3269625" y="3080227"/>
                    </a:lnTo>
                    <a:lnTo>
                      <a:pt x="3298485" y="3046095"/>
                    </a:lnTo>
                    <a:lnTo>
                      <a:pt x="3326534" y="3011268"/>
                    </a:lnTo>
                    <a:lnTo>
                      <a:pt x="3353757" y="2975761"/>
                    </a:lnTo>
                    <a:lnTo>
                      <a:pt x="3380139" y="2939589"/>
                    </a:lnTo>
                    <a:lnTo>
                      <a:pt x="3405665" y="2902766"/>
                    </a:lnTo>
                    <a:lnTo>
                      <a:pt x="3430321" y="2865307"/>
                    </a:lnTo>
                    <a:lnTo>
                      <a:pt x="3454093" y="2827226"/>
                    </a:lnTo>
                    <a:lnTo>
                      <a:pt x="3476965" y="2788538"/>
                    </a:lnTo>
                    <a:lnTo>
                      <a:pt x="3498923" y="2749259"/>
                    </a:lnTo>
                    <a:lnTo>
                      <a:pt x="3519953" y="2709401"/>
                    </a:lnTo>
                    <a:lnTo>
                      <a:pt x="3540039" y="2668981"/>
                    </a:lnTo>
                    <a:lnTo>
                      <a:pt x="3559168" y="2628012"/>
                    </a:lnTo>
                    <a:lnTo>
                      <a:pt x="3577324" y="2586509"/>
                    </a:lnTo>
                    <a:lnTo>
                      <a:pt x="3594493" y="2544487"/>
                    </a:lnTo>
                    <a:lnTo>
                      <a:pt x="3610660" y="2501961"/>
                    </a:lnTo>
                    <a:lnTo>
                      <a:pt x="3625811" y="2458945"/>
                    </a:lnTo>
                    <a:lnTo>
                      <a:pt x="3639931" y="2415454"/>
                    </a:lnTo>
                    <a:lnTo>
                      <a:pt x="3653005" y="2371501"/>
                    </a:lnTo>
                    <a:lnTo>
                      <a:pt x="3665020" y="2327103"/>
                    </a:lnTo>
                    <a:lnTo>
                      <a:pt x="3675959" y="2282274"/>
                    </a:lnTo>
                    <a:lnTo>
                      <a:pt x="3685809" y="2237027"/>
                    </a:lnTo>
                    <a:lnTo>
                      <a:pt x="3694555" y="2191379"/>
                    </a:lnTo>
                    <a:lnTo>
                      <a:pt x="3702182" y="2145343"/>
                    </a:lnTo>
                    <a:lnTo>
                      <a:pt x="3708676" y="2098934"/>
                    </a:lnTo>
                    <a:lnTo>
                      <a:pt x="3714022" y="2052166"/>
                    </a:lnTo>
                    <a:lnTo>
                      <a:pt x="3718206" y="2005055"/>
                    </a:lnTo>
                    <a:lnTo>
                      <a:pt x="3721212" y="1957615"/>
                    </a:lnTo>
                    <a:lnTo>
                      <a:pt x="3723027" y="1909861"/>
                    </a:lnTo>
                    <a:lnTo>
                      <a:pt x="3723635" y="1861807"/>
                    </a:lnTo>
                    <a:lnTo>
                      <a:pt x="3723027" y="1813752"/>
                    </a:lnTo>
                    <a:lnTo>
                      <a:pt x="3721212" y="1765998"/>
                    </a:lnTo>
                    <a:lnTo>
                      <a:pt x="3718206" y="1718558"/>
                    </a:lnTo>
                    <a:lnTo>
                      <a:pt x="3714022" y="1671447"/>
                    </a:lnTo>
                    <a:lnTo>
                      <a:pt x="3708676" y="1624680"/>
                    </a:lnTo>
                    <a:lnTo>
                      <a:pt x="3702182" y="1578271"/>
                    </a:lnTo>
                    <a:lnTo>
                      <a:pt x="3694555" y="1532235"/>
                    </a:lnTo>
                    <a:lnTo>
                      <a:pt x="3685809" y="1486587"/>
                    </a:lnTo>
                    <a:lnTo>
                      <a:pt x="3675959" y="1441340"/>
                    </a:lnTo>
                    <a:lnTo>
                      <a:pt x="3665020" y="1396511"/>
                    </a:lnTo>
                    <a:lnTo>
                      <a:pt x="3653005" y="1352113"/>
                    </a:lnTo>
                    <a:lnTo>
                      <a:pt x="3639931" y="1308161"/>
                    </a:lnTo>
                    <a:lnTo>
                      <a:pt x="3625811" y="1264669"/>
                    </a:lnTo>
                    <a:lnTo>
                      <a:pt x="3610660" y="1221653"/>
                    </a:lnTo>
                    <a:lnTo>
                      <a:pt x="3594493" y="1179127"/>
                    </a:lnTo>
                    <a:lnTo>
                      <a:pt x="3577324" y="1137106"/>
                    </a:lnTo>
                    <a:lnTo>
                      <a:pt x="3559168" y="1095603"/>
                    </a:lnTo>
                    <a:lnTo>
                      <a:pt x="3540039" y="1054635"/>
                    </a:lnTo>
                    <a:lnTo>
                      <a:pt x="3519953" y="1014214"/>
                    </a:lnTo>
                    <a:lnTo>
                      <a:pt x="3498923" y="974357"/>
                    </a:lnTo>
                    <a:lnTo>
                      <a:pt x="3476965" y="935078"/>
                    </a:lnTo>
                    <a:lnTo>
                      <a:pt x="3454093" y="896390"/>
                    </a:lnTo>
                    <a:lnTo>
                      <a:pt x="3430321" y="858310"/>
                    </a:lnTo>
                    <a:lnTo>
                      <a:pt x="3405665" y="820851"/>
                    </a:lnTo>
                    <a:lnTo>
                      <a:pt x="3380139" y="784028"/>
                    </a:lnTo>
                    <a:lnTo>
                      <a:pt x="3353757" y="747856"/>
                    </a:lnTo>
                    <a:lnTo>
                      <a:pt x="3326534" y="712350"/>
                    </a:lnTo>
                    <a:lnTo>
                      <a:pt x="3298485" y="677523"/>
                    </a:lnTo>
                    <a:lnTo>
                      <a:pt x="3269625" y="643391"/>
                    </a:lnTo>
                    <a:lnTo>
                      <a:pt x="3239968" y="609968"/>
                    </a:lnTo>
                    <a:lnTo>
                      <a:pt x="3209528" y="577269"/>
                    </a:lnTo>
                    <a:lnTo>
                      <a:pt x="3178320" y="545309"/>
                    </a:lnTo>
                    <a:lnTo>
                      <a:pt x="3146360" y="514102"/>
                    </a:lnTo>
                    <a:lnTo>
                      <a:pt x="3113660" y="483662"/>
                    </a:lnTo>
                    <a:lnTo>
                      <a:pt x="3080237" y="454005"/>
                    </a:lnTo>
                    <a:lnTo>
                      <a:pt x="3046105" y="425145"/>
                    </a:lnTo>
                    <a:lnTo>
                      <a:pt x="3011278" y="397096"/>
                    </a:lnTo>
                    <a:lnTo>
                      <a:pt x="2975771" y="369874"/>
                    </a:lnTo>
                    <a:lnTo>
                      <a:pt x="2939599" y="343492"/>
                    </a:lnTo>
                    <a:lnTo>
                      <a:pt x="2902776" y="317966"/>
                    </a:lnTo>
                    <a:lnTo>
                      <a:pt x="2865317" y="293310"/>
                    </a:lnTo>
                    <a:lnTo>
                      <a:pt x="2827236" y="269539"/>
                    </a:lnTo>
                    <a:lnTo>
                      <a:pt x="2788549" y="246667"/>
                    </a:lnTo>
                    <a:lnTo>
                      <a:pt x="2749269" y="224709"/>
                    </a:lnTo>
                    <a:lnTo>
                      <a:pt x="2709412" y="203679"/>
                    </a:lnTo>
                    <a:lnTo>
                      <a:pt x="2668991" y="183593"/>
                    </a:lnTo>
                    <a:lnTo>
                      <a:pt x="2628022" y="164465"/>
                    </a:lnTo>
                    <a:lnTo>
                      <a:pt x="2586520" y="146309"/>
                    </a:lnTo>
                    <a:lnTo>
                      <a:pt x="2544498" y="129140"/>
                    </a:lnTo>
                    <a:lnTo>
                      <a:pt x="2501972" y="112973"/>
                    </a:lnTo>
                    <a:lnTo>
                      <a:pt x="2458955" y="97822"/>
                    </a:lnTo>
                    <a:lnTo>
                      <a:pt x="2415464" y="83702"/>
                    </a:lnTo>
                    <a:lnTo>
                      <a:pt x="2371512" y="70628"/>
                    </a:lnTo>
                    <a:lnTo>
                      <a:pt x="2327114" y="58614"/>
                    </a:lnTo>
                    <a:lnTo>
                      <a:pt x="2282284" y="47675"/>
                    </a:lnTo>
                    <a:lnTo>
                      <a:pt x="2237038" y="37825"/>
                    </a:lnTo>
                    <a:lnTo>
                      <a:pt x="2191389" y="29079"/>
                    </a:lnTo>
                    <a:lnTo>
                      <a:pt x="2145353" y="21452"/>
                    </a:lnTo>
                    <a:lnTo>
                      <a:pt x="2098944" y="14958"/>
                    </a:lnTo>
                    <a:lnTo>
                      <a:pt x="2052177" y="9612"/>
                    </a:lnTo>
                    <a:lnTo>
                      <a:pt x="2005066" y="5428"/>
                    </a:lnTo>
                    <a:lnTo>
                      <a:pt x="1957626" y="2422"/>
                    </a:lnTo>
                    <a:lnTo>
                      <a:pt x="1909871" y="608"/>
                    </a:lnTo>
                    <a:lnTo>
                      <a:pt x="1861817" y="0"/>
                    </a:lnTo>
                    <a:close/>
                  </a:path>
                </a:pathLst>
              </a:custGeom>
              <a:solidFill>
                <a:srgbClr val="FFFFFF">
                  <a:alpha val="25000"/>
                </a:srgbClr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48" name="object 15">
                <a:extLst>
                  <a:ext uri="{FF2B5EF4-FFF2-40B4-BE49-F238E27FC236}">
                    <a16:creationId xmlns:a16="http://schemas.microsoft.com/office/drawing/2014/main" id="{8762CF37-5CEE-EF5E-C4E9-64CBFABE2305}"/>
                  </a:ext>
                </a:extLst>
              </p:cNvPr>
              <p:cNvSpPr txBox="1"/>
              <p:nvPr/>
            </p:nvSpPr>
            <p:spPr>
              <a:xfrm>
                <a:off x="11613174" y="8469148"/>
                <a:ext cx="1789435" cy="447953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697865" marR="5080" indent="-685800" algn="ctr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sz="2800" b="1" spc="-10" dirty="0">
                    <a:solidFill>
                      <a:srgbClr val="FFFCE7"/>
                    </a:solidFill>
                    <a:latin typeface="Century Gothic"/>
                    <a:cs typeface="Century Gothic"/>
                  </a:rPr>
                  <a:t>Decisions</a:t>
                </a:r>
                <a:endParaRPr sz="2800" dirty="0">
                  <a:latin typeface="Century Gothic"/>
                  <a:cs typeface="Century Gothic"/>
                </a:endParaRP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A282CF2B-AFC4-D85D-B606-2DCD6155044B}"/>
                </a:ext>
              </a:extLst>
            </p:cNvPr>
            <p:cNvGrpSpPr/>
            <p:nvPr/>
          </p:nvGrpSpPr>
          <p:grpSpPr>
            <a:xfrm>
              <a:off x="5901398" y="4312847"/>
              <a:ext cx="3723640" cy="3723640"/>
              <a:chOff x="10142715" y="6595743"/>
              <a:chExt cx="3723640" cy="3723640"/>
            </a:xfrm>
          </p:grpSpPr>
          <p:sp>
            <p:nvSpPr>
              <p:cNvPr id="45" name="object 14">
                <a:extLst>
                  <a:ext uri="{FF2B5EF4-FFF2-40B4-BE49-F238E27FC236}">
                    <a16:creationId xmlns:a16="http://schemas.microsoft.com/office/drawing/2014/main" id="{6E9595BE-09DC-0427-BB26-9355A142B709}"/>
                  </a:ext>
                </a:extLst>
              </p:cNvPr>
              <p:cNvSpPr/>
              <p:nvPr/>
            </p:nvSpPr>
            <p:spPr>
              <a:xfrm>
                <a:off x="10142715" y="6595743"/>
                <a:ext cx="3723640" cy="3723640"/>
              </a:xfrm>
              <a:custGeom>
                <a:avLst/>
                <a:gdLst/>
                <a:ahLst/>
                <a:cxnLst/>
                <a:rect l="l" t="t" r="r" b="b"/>
                <a:pathLst>
                  <a:path w="3723640" h="3723640">
                    <a:moveTo>
                      <a:pt x="1861817" y="0"/>
                    </a:moveTo>
                    <a:lnTo>
                      <a:pt x="1813763" y="608"/>
                    </a:lnTo>
                    <a:lnTo>
                      <a:pt x="1766008" y="2422"/>
                    </a:lnTo>
                    <a:lnTo>
                      <a:pt x="1718568" y="5428"/>
                    </a:lnTo>
                    <a:lnTo>
                      <a:pt x="1671457" y="9612"/>
                    </a:lnTo>
                    <a:lnTo>
                      <a:pt x="1624690" y="14958"/>
                    </a:lnTo>
                    <a:lnTo>
                      <a:pt x="1578281" y="21452"/>
                    </a:lnTo>
                    <a:lnTo>
                      <a:pt x="1532245" y="29079"/>
                    </a:lnTo>
                    <a:lnTo>
                      <a:pt x="1486597" y="37825"/>
                    </a:lnTo>
                    <a:lnTo>
                      <a:pt x="1441350" y="47675"/>
                    </a:lnTo>
                    <a:lnTo>
                      <a:pt x="1396521" y="58614"/>
                    </a:lnTo>
                    <a:lnTo>
                      <a:pt x="1352122" y="70628"/>
                    </a:lnTo>
                    <a:lnTo>
                      <a:pt x="1308170" y="83702"/>
                    </a:lnTo>
                    <a:lnTo>
                      <a:pt x="1264679" y="97822"/>
                    </a:lnTo>
                    <a:lnTo>
                      <a:pt x="1221663" y="112973"/>
                    </a:lnTo>
                    <a:lnTo>
                      <a:pt x="1179136" y="129140"/>
                    </a:lnTo>
                    <a:lnTo>
                      <a:pt x="1137115" y="146309"/>
                    </a:lnTo>
                    <a:lnTo>
                      <a:pt x="1095612" y="164465"/>
                    </a:lnTo>
                    <a:lnTo>
                      <a:pt x="1054643" y="183593"/>
                    </a:lnTo>
                    <a:lnTo>
                      <a:pt x="1014223" y="203679"/>
                    </a:lnTo>
                    <a:lnTo>
                      <a:pt x="974365" y="224709"/>
                    </a:lnTo>
                    <a:lnTo>
                      <a:pt x="935085" y="246667"/>
                    </a:lnTo>
                    <a:lnTo>
                      <a:pt x="896398" y="269539"/>
                    </a:lnTo>
                    <a:lnTo>
                      <a:pt x="858317" y="293310"/>
                    </a:lnTo>
                    <a:lnTo>
                      <a:pt x="820858" y="317966"/>
                    </a:lnTo>
                    <a:lnTo>
                      <a:pt x="784035" y="343492"/>
                    </a:lnTo>
                    <a:lnTo>
                      <a:pt x="747863" y="369874"/>
                    </a:lnTo>
                    <a:lnTo>
                      <a:pt x="712356" y="397096"/>
                    </a:lnTo>
                    <a:lnTo>
                      <a:pt x="677529" y="425145"/>
                    </a:lnTo>
                    <a:lnTo>
                      <a:pt x="643397" y="454005"/>
                    </a:lnTo>
                    <a:lnTo>
                      <a:pt x="609974" y="483662"/>
                    </a:lnTo>
                    <a:lnTo>
                      <a:pt x="577275" y="514102"/>
                    </a:lnTo>
                    <a:lnTo>
                      <a:pt x="545314" y="545309"/>
                    </a:lnTo>
                    <a:lnTo>
                      <a:pt x="514107" y="577269"/>
                    </a:lnTo>
                    <a:lnTo>
                      <a:pt x="483667" y="609968"/>
                    </a:lnTo>
                    <a:lnTo>
                      <a:pt x="454009" y="643391"/>
                    </a:lnTo>
                    <a:lnTo>
                      <a:pt x="425149" y="677523"/>
                    </a:lnTo>
                    <a:lnTo>
                      <a:pt x="397100" y="712350"/>
                    </a:lnTo>
                    <a:lnTo>
                      <a:pt x="369877" y="747856"/>
                    </a:lnTo>
                    <a:lnTo>
                      <a:pt x="343496" y="784028"/>
                    </a:lnTo>
                    <a:lnTo>
                      <a:pt x="317969" y="820851"/>
                    </a:lnTo>
                    <a:lnTo>
                      <a:pt x="293313" y="858310"/>
                    </a:lnTo>
                    <a:lnTo>
                      <a:pt x="269542" y="896390"/>
                    </a:lnTo>
                    <a:lnTo>
                      <a:pt x="246669" y="935078"/>
                    </a:lnTo>
                    <a:lnTo>
                      <a:pt x="224711" y="974357"/>
                    </a:lnTo>
                    <a:lnTo>
                      <a:pt x="203682" y="1014214"/>
                    </a:lnTo>
                    <a:lnTo>
                      <a:pt x="183595" y="1054635"/>
                    </a:lnTo>
                    <a:lnTo>
                      <a:pt x="164467" y="1095603"/>
                    </a:lnTo>
                    <a:lnTo>
                      <a:pt x="146311" y="1137106"/>
                    </a:lnTo>
                    <a:lnTo>
                      <a:pt x="129142" y="1179127"/>
                    </a:lnTo>
                    <a:lnTo>
                      <a:pt x="112974" y="1221653"/>
                    </a:lnTo>
                    <a:lnTo>
                      <a:pt x="97823" y="1264669"/>
                    </a:lnTo>
                    <a:lnTo>
                      <a:pt x="83703" y="1308161"/>
                    </a:lnTo>
                    <a:lnTo>
                      <a:pt x="70629" y="1352113"/>
                    </a:lnTo>
                    <a:lnTo>
                      <a:pt x="58615" y="1396511"/>
                    </a:lnTo>
                    <a:lnTo>
                      <a:pt x="47675" y="1441340"/>
                    </a:lnTo>
                    <a:lnTo>
                      <a:pt x="37825" y="1486587"/>
                    </a:lnTo>
                    <a:lnTo>
                      <a:pt x="29079" y="1532235"/>
                    </a:lnTo>
                    <a:lnTo>
                      <a:pt x="21452" y="1578271"/>
                    </a:lnTo>
                    <a:lnTo>
                      <a:pt x="14958" y="1624680"/>
                    </a:lnTo>
                    <a:lnTo>
                      <a:pt x="9612" y="1671447"/>
                    </a:lnTo>
                    <a:lnTo>
                      <a:pt x="5428" y="1718558"/>
                    </a:lnTo>
                    <a:lnTo>
                      <a:pt x="2422" y="1765998"/>
                    </a:lnTo>
                    <a:lnTo>
                      <a:pt x="608" y="1813752"/>
                    </a:lnTo>
                    <a:lnTo>
                      <a:pt x="0" y="1861807"/>
                    </a:lnTo>
                    <a:lnTo>
                      <a:pt x="608" y="1909861"/>
                    </a:lnTo>
                    <a:lnTo>
                      <a:pt x="2422" y="1957615"/>
                    </a:lnTo>
                    <a:lnTo>
                      <a:pt x="5428" y="2005055"/>
                    </a:lnTo>
                    <a:lnTo>
                      <a:pt x="9612" y="2052166"/>
                    </a:lnTo>
                    <a:lnTo>
                      <a:pt x="14958" y="2098934"/>
                    </a:lnTo>
                    <a:lnTo>
                      <a:pt x="21452" y="2145343"/>
                    </a:lnTo>
                    <a:lnTo>
                      <a:pt x="29079" y="2191379"/>
                    </a:lnTo>
                    <a:lnTo>
                      <a:pt x="37825" y="2237027"/>
                    </a:lnTo>
                    <a:lnTo>
                      <a:pt x="47675" y="2282274"/>
                    </a:lnTo>
                    <a:lnTo>
                      <a:pt x="58615" y="2327103"/>
                    </a:lnTo>
                    <a:lnTo>
                      <a:pt x="70629" y="2371501"/>
                    </a:lnTo>
                    <a:lnTo>
                      <a:pt x="83703" y="2415454"/>
                    </a:lnTo>
                    <a:lnTo>
                      <a:pt x="97823" y="2458945"/>
                    </a:lnTo>
                    <a:lnTo>
                      <a:pt x="112974" y="2501961"/>
                    </a:lnTo>
                    <a:lnTo>
                      <a:pt x="129142" y="2544487"/>
                    </a:lnTo>
                    <a:lnTo>
                      <a:pt x="146311" y="2586509"/>
                    </a:lnTo>
                    <a:lnTo>
                      <a:pt x="164467" y="2628012"/>
                    </a:lnTo>
                    <a:lnTo>
                      <a:pt x="183595" y="2668981"/>
                    </a:lnTo>
                    <a:lnTo>
                      <a:pt x="203682" y="2709401"/>
                    </a:lnTo>
                    <a:lnTo>
                      <a:pt x="224711" y="2749259"/>
                    </a:lnTo>
                    <a:lnTo>
                      <a:pt x="246669" y="2788538"/>
                    </a:lnTo>
                    <a:lnTo>
                      <a:pt x="269542" y="2827226"/>
                    </a:lnTo>
                    <a:lnTo>
                      <a:pt x="293313" y="2865307"/>
                    </a:lnTo>
                    <a:lnTo>
                      <a:pt x="317969" y="2902766"/>
                    </a:lnTo>
                    <a:lnTo>
                      <a:pt x="343496" y="2939589"/>
                    </a:lnTo>
                    <a:lnTo>
                      <a:pt x="369877" y="2975761"/>
                    </a:lnTo>
                    <a:lnTo>
                      <a:pt x="397100" y="3011268"/>
                    </a:lnTo>
                    <a:lnTo>
                      <a:pt x="425149" y="3046095"/>
                    </a:lnTo>
                    <a:lnTo>
                      <a:pt x="454009" y="3080227"/>
                    </a:lnTo>
                    <a:lnTo>
                      <a:pt x="483667" y="3113650"/>
                    </a:lnTo>
                    <a:lnTo>
                      <a:pt x="514107" y="3146349"/>
                    </a:lnTo>
                    <a:lnTo>
                      <a:pt x="545314" y="3178310"/>
                    </a:lnTo>
                    <a:lnTo>
                      <a:pt x="577275" y="3209517"/>
                    </a:lnTo>
                    <a:lnTo>
                      <a:pt x="609974" y="3239957"/>
                    </a:lnTo>
                    <a:lnTo>
                      <a:pt x="643397" y="3269615"/>
                    </a:lnTo>
                    <a:lnTo>
                      <a:pt x="677529" y="3298475"/>
                    </a:lnTo>
                    <a:lnTo>
                      <a:pt x="712356" y="3326524"/>
                    </a:lnTo>
                    <a:lnTo>
                      <a:pt x="747863" y="3353747"/>
                    </a:lnTo>
                    <a:lnTo>
                      <a:pt x="784035" y="3380128"/>
                    </a:lnTo>
                    <a:lnTo>
                      <a:pt x="820858" y="3405655"/>
                    </a:lnTo>
                    <a:lnTo>
                      <a:pt x="858317" y="3430311"/>
                    </a:lnTo>
                    <a:lnTo>
                      <a:pt x="896398" y="3454082"/>
                    </a:lnTo>
                    <a:lnTo>
                      <a:pt x="935085" y="3476954"/>
                    </a:lnTo>
                    <a:lnTo>
                      <a:pt x="974365" y="3498913"/>
                    </a:lnTo>
                    <a:lnTo>
                      <a:pt x="1014223" y="3519942"/>
                    </a:lnTo>
                    <a:lnTo>
                      <a:pt x="1054643" y="3540029"/>
                    </a:lnTo>
                    <a:lnTo>
                      <a:pt x="1095612" y="3559157"/>
                    </a:lnTo>
                    <a:lnTo>
                      <a:pt x="1137115" y="3577313"/>
                    </a:lnTo>
                    <a:lnTo>
                      <a:pt x="1179136" y="3594482"/>
                    </a:lnTo>
                    <a:lnTo>
                      <a:pt x="1221663" y="3610650"/>
                    </a:lnTo>
                    <a:lnTo>
                      <a:pt x="1264679" y="3625800"/>
                    </a:lnTo>
                    <a:lnTo>
                      <a:pt x="1308170" y="3639921"/>
                    </a:lnTo>
                    <a:lnTo>
                      <a:pt x="1352122" y="3652995"/>
                    </a:lnTo>
                    <a:lnTo>
                      <a:pt x="1396521" y="3665009"/>
                    </a:lnTo>
                    <a:lnTo>
                      <a:pt x="1441350" y="3675949"/>
                    </a:lnTo>
                    <a:lnTo>
                      <a:pt x="1486597" y="3685799"/>
                    </a:lnTo>
                    <a:lnTo>
                      <a:pt x="1532245" y="3694545"/>
                    </a:lnTo>
                    <a:lnTo>
                      <a:pt x="1578281" y="3702172"/>
                    </a:lnTo>
                    <a:lnTo>
                      <a:pt x="1624690" y="3708666"/>
                    </a:lnTo>
                    <a:lnTo>
                      <a:pt x="1671457" y="3714012"/>
                    </a:lnTo>
                    <a:lnTo>
                      <a:pt x="1718568" y="3718195"/>
                    </a:lnTo>
                    <a:lnTo>
                      <a:pt x="1766008" y="3721202"/>
                    </a:lnTo>
                    <a:lnTo>
                      <a:pt x="1813763" y="3723016"/>
                    </a:lnTo>
                    <a:lnTo>
                      <a:pt x="1861817" y="3723624"/>
                    </a:lnTo>
                    <a:lnTo>
                      <a:pt x="1909871" y="3723016"/>
                    </a:lnTo>
                    <a:lnTo>
                      <a:pt x="1957626" y="3721202"/>
                    </a:lnTo>
                    <a:lnTo>
                      <a:pt x="2005066" y="3718195"/>
                    </a:lnTo>
                    <a:lnTo>
                      <a:pt x="2052177" y="3714012"/>
                    </a:lnTo>
                    <a:lnTo>
                      <a:pt x="2098944" y="3708666"/>
                    </a:lnTo>
                    <a:lnTo>
                      <a:pt x="2145353" y="3702172"/>
                    </a:lnTo>
                    <a:lnTo>
                      <a:pt x="2191389" y="3694545"/>
                    </a:lnTo>
                    <a:lnTo>
                      <a:pt x="2237038" y="3685799"/>
                    </a:lnTo>
                    <a:lnTo>
                      <a:pt x="2282284" y="3675949"/>
                    </a:lnTo>
                    <a:lnTo>
                      <a:pt x="2327114" y="3665009"/>
                    </a:lnTo>
                    <a:lnTo>
                      <a:pt x="2371512" y="3652995"/>
                    </a:lnTo>
                    <a:lnTo>
                      <a:pt x="2415464" y="3639921"/>
                    </a:lnTo>
                    <a:lnTo>
                      <a:pt x="2458955" y="3625800"/>
                    </a:lnTo>
                    <a:lnTo>
                      <a:pt x="2501972" y="3610650"/>
                    </a:lnTo>
                    <a:lnTo>
                      <a:pt x="2544498" y="3594482"/>
                    </a:lnTo>
                    <a:lnTo>
                      <a:pt x="2586520" y="3577313"/>
                    </a:lnTo>
                    <a:lnTo>
                      <a:pt x="2628022" y="3559157"/>
                    </a:lnTo>
                    <a:lnTo>
                      <a:pt x="2668991" y="3540029"/>
                    </a:lnTo>
                    <a:lnTo>
                      <a:pt x="2709412" y="3519942"/>
                    </a:lnTo>
                    <a:lnTo>
                      <a:pt x="2749269" y="3498913"/>
                    </a:lnTo>
                    <a:lnTo>
                      <a:pt x="2788549" y="3476954"/>
                    </a:lnTo>
                    <a:lnTo>
                      <a:pt x="2827236" y="3454082"/>
                    </a:lnTo>
                    <a:lnTo>
                      <a:pt x="2865317" y="3430311"/>
                    </a:lnTo>
                    <a:lnTo>
                      <a:pt x="2902776" y="3405655"/>
                    </a:lnTo>
                    <a:lnTo>
                      <a:pt x="2939599" y="3380128"/>
                    </a:lnTo>
                    <a:lnTo>
                      <a:pt x="2975771" y="3353747"/>
                    </a:lnTo>
                    <a:lnTo>
                      <a:pt x="3011278" y="3326524"/>
                    </a:lnTo>
                    <a:lnTo>
                      <a:pt x="3046105" y="3298475"/>
                    </a:lnTo>
                    <a:lnTo>
                      <a:pt x="3080237" y="3269615"/>
                    </a:lnTo>
                    <a:lnTo>
                      <a:pt x="3113660" y="3239957"/>
                    </a:lnTo>
                    <a:lnTo>
                      <a:pt x="3146360" y="3209517"/>
                    </a:lnTo>
                    <a:lnTo>
                      <a:pt x="3178320" y="3178310"/>
                    </a:lnTo>
                    <a:lnTo>
                      <a:pt x="3209528" y="3146349"/>
                    </a:lnTo>
                    <a:lnTo>
                      <a:pt x="3239968" y="3113650"/>
                    </a:lnTo>
                    <a:lnTo>
                      <a:pt x="3269625" y="3080227"/>
                    </a:lnTo>
                    <a:lnTo>
                      <a:pt x="3298485" y="3046095"/>
                    </a:lnTo>
                    <a:lnTo>
                      <a:pt x="3326534" y="3011268"/>
                    </a:lnTo>
                    <a:lnTo>
                      <a:pt x="3353757" y="2975761"/>
                    </a:lnTo>
                    <a:lnTo>
                      <a:pt x="3380139" y="2939589"/>
                    </a:lnTo>
                    <a:lnTo>
                      <a:pt x="3405665" y="2902766"/>
                    </a:lnTo>
                    <a:lnTo>
                      <a:pt x="3430321" y="2865307"/>
                    </a:lnTo>
                    <a:lnTo>
                      <a:pt x="3454093" y="2827226"/>
                    </a:lnTo>
                    <a:lnTo>
                      <a:pt x="3476965" y="2788538"/>
                    </a:lnTo>
                    <a:lnTo>
                      <a:pt x="3498923" y="2749259"/>
                    </a:lnTo>
                    <a:lnTo>
                      <a:pt x="3519953" y="2709401"/>
                    </a:lnTo>
                    <a:lnTo>
                      <a:pt x="3540039" y="2668981"/>
                    </a:lnTo>
                    <a:lnTo>
                      <a:pt x="3559168" y="2628012"/>
                    </a:lnTo>
                    <a:lnTo>
                      <a:pt x="3577324" y="2586509"/>
                    </a:lnTo>
                    <a:lnTo>
                      <a:pt x="3594493" y="2544487"/>
                    </a:lnTo>
                    <a:lnTo>
                      <a:pt x="3610660" y="2501961"/>
                    </a:lnTo>
                    <a:lnTo>
                      <a:pt x="3625811" y="2458945"/>
                    </a:lnTo>
                    <a:lnTo>
                      <a:pt x="3639931" y="2415454"/>
                    </a:lnTo>
                    <a:lnTo>
                      <a:pt x="3653005" y="2371501"/>
                    </a:lnTo>
                    <a:lnTo>
                      <a:pt x="3665020" y="2327103"/>
                    </a:lnTo>
                    <a:lnTo>
                      <a:pt x="3675959" y="2282274"/>
                    </a:lnTo>
                    <a:lnTo>
                      <a:pt x="3685809" y="2237027"/>
                    </a:lnTo>
                    <a:lnTo>
                      <a:pt x="3694555" y="2191379"/>
                    </a:lnTo>
                    <a:lnTo>
                      <a:pt x="3702182" y="2145343"/>
                    </a:lnTo>
                    <a:lnTo>
                      <a:pt x="3708676" y="2098934"/>
                    </a:lnTo>
                    <a:lnTo>
                      <a:pt x="3714022" y="2052166"/>
                    </a:lnTo>
                    <a:lnTo>
                      <a:pt x="3718206" y="2005055"/>
                    </a:lnTo>
                    <a:lnTo>
                      <a:pt x="3721212" y="1957615"/>
                    </a:lnTo>
                    <a:lnTo>
                      <a:pt x="3723027" y="1909861"/>
                    </a:lnTo>
                    <a:lnTo>
                      <a:pt x="3723635" y="1861807"/>
                    </a:lnTo>
                    <a:lnTo>
                      <a:pt x="3723027" y="1813752"/>
                    </a:lnTo>
                    <a:lnTo>
                      <a:pt x="3721212" y="1765998"/>
                    </a:lnTo>
                    <a:lnTo>
                      <a:pt x="3718206" y="1718558"/>
                    </a:lnTo>
                    <a:lnTo>
                      <a:pt x="3714022" y="1671447"/>
                    </a:lnTo>
                    <a:lnTo>
                      <a:pt x="3708676" y="1624680"/>
                    </a:lnTo>
                    <a:lnTo>
                      <a:pt x="3702182" y="1578271"/>
                    </a:lnTo>
                    <a:lnTo>
                      <a:pt x="3694555" y="1532235"/>
                    </a:lnTo>
                    <a:lnTo>
                      <a:pt x="3685809" y="1486587"/>
                    </a:lnTo>
                    <a:lnTo>
                      <a:pt x="3675959" y="1441340"/>
                    </a:lnTo>
                    <a:lnTo>
                      <a:pt x="3665020" y="1396511"/>
                    </a:lnTo>
                    <a:lnTo>
                      <a:pt x="3653005" y="1352113"/>
                    </a:lnTo>
                    <a:lnTo>
                      <a:pt x="3639931" y="1308161"/>
                    </a:lnTo>
                    <a:lnTo>
                      <a:pt x="3625811" y="1264669"/>
                    </a:lnTo>
                    <a:lnTo>
                      <a:pt x="3610660" y="1221653"/>
                    </a:lnTo>
                    <a:lnTo>
                      <a:pt x="3594493" y="1179127"/>
                    </a:lnTo>
                    <a:lnTo>
                      <a:pt x="3577324" y="1137106"/>
                    </a:lnTo>
                    <a:lnTo>
                      <a:pt x="3559168" y="1095603"/>
                    </a:lnTo>
                    <a:lnTo>
                      <a:pt x="3540039" y="1054635"/>
                    </a:lnTo>
                    <a:lnTo>
                      <a:pt x="3519953" y="1014214"/>
                    </a:lnTo>
                    <a:lnTo>
                      <a:pt x="3498923" y="974357"/>
                    </a:lnTo>
                    <a:lnTo>
                      <a:pt x="3476965" y="935078"/>
                    </a:lnTo>
                    <a:lnTo>
                      <a:pt x="3454093" y="896390"/>
                    </a:lnTo>
                    <a:lnTo>
                      <a:pt x="3430321" y="858310"/>
                    </a:lnTo>
                    <a:lnTo>
                      <a:pt x="3405665" y="820851"/>
                    </a:lnTo>
                    <a:lnTo>
                      <a:pt x="3380139" y="784028"/>
                    </a:lnTo>
                    <a:lnTo>
                      <a:pt x="3353757" y="747856"/>
                    </a:lnTo>
                    <a:lnTo>
                      <a:pt x="3326534" y="712350"/>
                    </a:lnTo>
                    <a:lnTo>
                      <a:pt x="3298485" y="677523"/>
                    </a:lnTo>
                    <a:lnTo>
                      <a:pt x="3269625" y="643391"/>
                    </a:lnTo>
                    <a:lnTo>
                      <a:pt x="3239968" y="609968"/>
                    </a:lnTo>
                    <a:lnTo>
                      <a:pt x="3209528" y="577269"/>
                    </a:lnTo>
                    <a:lnTo>
                      <a:pt x="3178320" y="545309"/>
                    </a:lnTo>
                    <a:lnTo>
                      <a:pt x="3146360" y="514102"/>
                    </a:lnTo>
                    <a:lnTo>
                      <a:pt x="3113660" y="483662"/>
                    </a:lnTo>
                    <a:lnTo>
                      <a:pt x="3080237" y="454005"/>
                    </a:lnTo>
                    <a:lnTo>
                      <a:pt x="3046105" y="425145"/>
                    </a:lnTo>
                    <a:lnTo>
                      <a:pt x="3011278" y="397096"/>
                    </a:lnTo>
                    <a:lnTo>
                      <a:pt x="2975771" y="369874"/>
                    </a:lnTo>
                    <a:lnTo>
                      <a:pt x="2939599" y="343492"/>
                    </a:lnTo>
                    <a:lnTo>
                      <a:pt x="2902776" y="317966"/>
                    </a:lnTo>
                    <a:lnTo>
                      <a:pt x="2865317" y="293310"/>
                    </a:lnTo>
                    <a:lnTo>
                      <a:pt x="2827236" y="269539"/>
                    </a:lnTo>
                    <a:lnTo>
                      <a:pt x="2788549" y="246667"/>
                    </a:lnTo>
                    <a:lnTo>
                      <a:pt x="2749269" y="224709"/>
                    </a:lnTo>
                    <a:lnTo>
                      <a:pt x="2709412" y="203679"/>
                    </a:lnTo>
                    <a:lnTo>
                      <a:pt x="2668991" y="183593"/>
                    </a:lnTo>
                    <a:lnTo>
                      <a:pt x="2628022" y="164465"/>
                    </a:lnTo>
                    <a:lnTo>
                      <a:pt x="2586520" y="146309"/>
                    </a:lnTo>
                    <a:lnTo>
                      <a:pt x="2544498" y="129140"/>
                    </a:lnTo>
                    <a:lnTo>
                      <a:pt x="2501972" y="112973"/>
                    </a:lnTo>
                    <a:lnTo>
                      <a:pt x="2458955" y="97822"/>
                    </a:lnTo>
                    <a:lnTo>
                      <a:pt x="2415464" y="83702"/>
                    </a:lnTo>
                    <a:lnTo>
                      <a:pt x="2371512" y="70628"/>
                    </a:lnTo>
                    <a:lnTo>
                      <a:pt x="2327114" y="58614"/>
                    </a:lnTo>
                    <a:lnTo>
                      <a:pt x="2282284" y="47675"/>
                    </a:lnTo>
                    <a:lnTo>
                      <a:pt x="2237038" y="37825"/>
                    </a:lnTo>
                    <a:lnTo>
                      <a:pt x="2191389" y="29079"/>
                    </a:lnTo>
                    <a:lnTo>
                      <a:pt x="2145353" y="21452"/>
                    </a:lnTo>
                    <a:lnTo>
                      <a:pt x="2098944" y="14958"/>
                    </a:lnTo>
                    <a:lnTo>
                      <a:pt x="2052177" y="9612"/>
                    </a:lnTo>
                    <a:lnTo>
                      <a:pt x="2005066" y="5428"/>
                    </a:lnTo>
                    <a:lnTo>
                      <a:pt x="1957626" y="2422"/>
                    </a:lnTo>
                    <a:lnTo>
                      <a:pt x="1909871" y="608"/>
                    </a:lnTo>
                    <a:lnTo>
                      <a:pt x="1861817" y="0"/>
                    </a:lnTo>
                    <a:close/>
                  </a:path>
                </a:pathLst>
              </a:custGeom>
              <a:solidFill>
                <a:srgbClr val="FFFFFF">
                  <a:alpha val="25000"/>
                </a:srgbClr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46" name="object 15">
                <a:extLst>
                  <a:ext uri="{FF2B5EF4-FFF2-40B4-BE49-F238E27FC236}">
                    <a16:creationId xmlns:a16="http://schemas.microsoft.com/office/drawing/2014/main" id="{FC4EF6AD-1F43-04AB-E93D-AB33BCEE42D3}"/>
                  </a:ext>
                </a:extLst>
              </p:cNvPr>
              <p:cNvSpPr txBox="1"/>
              <p:nvPr/>
            </p:nvSpPr>
            <p:spPr>
              <a:xfrm>
                <a:off x="10883373" y="8069770"/>
                <a:ext cx="1789435" cy="447953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697865" marR="5080" indent="-685800" algn="ctr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sz="2800" b="1" spc="-10" dirty="0">
                    <a:solidFill>
                      <a:srgbClr val="FFFCE7"/>
                    </a:solidFill>
                    <a:latin typeface="Century Gothic"/>
                    <a:cs typeface="Century Gothic"/>
                  </a:rPr>
                  <a:t>Data</a:t>
                </a:r>
                <a:endParaRPr sz="2800" dirty="0">
                  <a:latin typeface="Century Gothic"/>
                  <a:cs typeface="Century Gothic"/>
                </a:endParaRP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8D340884-BF4B-B49E-7FF0-8EDC9577E791}"/>
                </a:ext>
              </a:extLst>
            </p:cNvPr>
            <p:cNvGrpSpPr/>
            <p:nvPr/>
          </p:nvGrpSpPr>
          <p:grpSpPr>
            <a:xfrm>
              <a:off x="8239176" y="3298167"/>
              <a:ext cx="3723640" cy="3723640"/>
              <a:chOff x="10142715" y="6595743"/>
              <a:chExt cx="3723640" cy="3723640"/>
            </a:xfrm>
          </p:grpSpPr>
          <p:sp>
            <p:nvSpPr>
              <p:cNvPr id="43" name="object 14">
                <a:extLst>
                  <a:ext uri="{FF2B5EF4-FFF2-40B4-BE49-F238E27FC236}">
                    <a16:creationId xmlns:a16="http://schemas.microsoft.com/office/drawing/2014/main" id="{E5512298-3ECA-2022-AE90-A07B5E876AC8}"/>
                  </a:ext>
                </a:extLst>
              </p:cNvPr>
              <p:cNvSpPr/>
              <p:nvPr/>
            </p:nvSpPr>
            <p:spPr>
              <a:xfrm>
                <a:off x="10142715" y="6595743"/>
                <a:ext cx="3723640" cy="3723640"/>
              </a:xfrm>
              <a:custGeom>
                <a:avLst/>
                <a:gdLst/>
                <a:ahLst/>
                <a:cxnLst/>
                <a:rect l="l" t="t" r="r" b="b"/>
                <a:pathLst>
                  <a:path w="3723640" h="3723640">
                    <a:moveTo>
                      <a:pt x="1861817" y="0"/>
                    </a:moveTo>
                    <a:lnTo>
                      <a:pt x="1813763" y="608"/>
                    </a:lnTo>
                    <a:lnTo>
                      <a:pt x="1766008" y="2422"/>
                    </a:lnTo>
                    <a:lnTo>
                      <a:pt x="1718568" y="5428"/>
                    </a:lnTo>
                    <a:lnTo>
                      <a:pt x="1671457" y="9612"/>
                    </a:lnTo>
                    <a:lnTo>
                      <a:pt x="1624690" y="14958"/>
                    </a:lnTo>
                    <a:lnTo>
                      <a:pt x="1578281" y="21452"/>
                    </a:lnTo>
                    <a:lnTo>
                      <a:pt x="1532245" y="29079"/>
                    </a:lnTo>
                    <a:lnTo>
                      <a:pt x="1486597" y="37825"/>
                    </a:lnTo>
                    <a:lnTo>
                      <a:pt x="1441350" y="47675"/>
                    </a:lnTo>
                    <a:lnTo>
                      <a:pt x="1396521" y="58614"/>
                    </a:lnTo>
                    <a:lnTo>
                      <a:pt x="1352122" y="70628"/>
                    </a:lnTo>
                    <a:lnTo>
                      <a:pt x="1308170" y="83702"/>
                    </a:lnTo>
                    <a:lnTo>
                      <a:pt x="1264679" y="97822"/>
                    </a:lnTo>
                    <a:lnTo>
                      <a:pt x="1221663" y="112973"/>
                    </a:lnTo>
                    <a:lnTo>
                      <a:pt x="1179136" y="129140"/>
                    </a:lnTo>
                    <a:lnTo>
                      <a:pt x="1137115" y="146309"/>
                    </a:lnTo>
                    <a:lnTo>
                      <a:pt x="1095612" y="164465"/>
                    </a:lnTo>
                    <a:lnTo>
                      <a:pt x="1054643" y="183593"/>
                    </a:lnTo>
                    <a:lnTo>
                      <a:pt x="1014223" y="203679"/>
                    </a:lnTo>
                    <a:lnTo>
                      <a:pt x="974365" y="224709"/>
                    </a:lnTo>
                    <a:lnTo>
                      <a:pt x="935085" y="246667"/>
                    </a:lnTo>
                    <a:lnTo>
                      <a:pt x="896398" y="269539"/>
                    </a:lnTo>
                    <a:lnTo>
                      <a:pt x="858317" y="293310"/>
                    </a:lnTo>
                    <a:lnTo>
                      <a:pt x="820858" y="317966"/>
                    </a:lnTo>
                    <a:lnTo>
                      <a:pt x="784035" y="343492"/>
                    </a:lnTo>
                    <a:lnTo>
                      <a:pt x="747863" y="369874"/>
                    </a:lnTo>
                    <a:lnTo>
                      <a:pt x="712356" y="397096"/>
                    </a:lnTo>
                    <a:lnTo>
                      <a:pt x="677529" y="425145"/>
                    </a:lnTo>
                    <a:lnTo>
                      <a:pt x="643397" y="454005"/>
                    </a:lnTo>
                    <a:lnTo>
                      <a:pt x="609974" y="483662"/>
                    </a:lnTo>
                    <a:lnTo>
                      <a:pt x="577275" y="514102"/>
                    </a:lnTo>
                    <a:lnTo>
                      <a:pt x="545314" y="545309"/>
                    </a:lnTo>
                    <a:lnTo>
                      <a:pt x="514107" y="577269"/>
                    </a:lnTo>
                    <a:lnTo>
                      <a:pt x="483667" y="609968"/>
                    </a:lnTo>
                    <a:lnTo>
                      <a:pt x="454009" y="643391"/>
                    </a:lnTo>
                    <a:lnTo>
                      <a:pt x="425149" y="677523"/>
                    </a:lnTo>
                    <a:lnTo>
                      <a:pt x="397100" y="712350"/>
                    </a:lnTo>
                    <a:lnTo>
                      <a:pt x="369877" y="747856"/>
                    </a:lnTo>
                    <a:lnTo>
                      <a:pt x="343496" y="784028"/>
                    </a:lnTo>
                    <a:lnTo>
                      <a:pt x="317969" y="820851"/>
                    </a:lnTo>
                    <a:lnTo>
                      <a:pt x="293313" y="858310"/>
                    </a:lnTo>
                    <a:lnTo>
                      <a:pt x="269542" y="896390"/>
                    </a:lnTo>
                    <a:lnTo>
                      <a:pt x="246669" y="935078"/>
                    </a:lnTo>
                    <a:lnTo>
                      <a:pt x="224711" y="974357"/>
                    </a:lnTo>
                    <a:lnTo>
                      <a:pt x="203682" y="1014214"/>
                    </a:lnTo>
                    <a:lnTo>
                      <a:pt x="183595" y="1054635"/>
                    </a:lnTo>
                    <a:lnTo>
                      <a:pt x="164467" y="1095603"/>
                    </a:lnTo>
                    <a:lnTo>
                      <a:pt x="146311" y="1137106"/>
                    </a:lnTo>
                    <a:lnTo>
                      <a:pt x="129142" y="1179127"/>
                    </a:lnTo>
                    <a:lnTo>
                      <a:pt x="112974" y="1221653"/>
                    </a:lnTo>
                    <a:lnTo>
                      <a:pt x="97823" y="1264669"/>
                    </a:lnTo>
                    <a:lnTo>
                      <a:pt x="83703" y="1308161"/>
                    </a:lnTo>
                    <a:lnTo>
                      <a:pt x="70629" y="1352113"/>
                    </a:lnTo>
                    <a:lnTo>
                      <a:pt x="58615" y="1396511"/>
                    </a:lnTo>
                    <a:lnTo>
                      <a:pt x="47675" y="1441340"/>
                    </a:lnTo>
                    <a:lnTo>
                      <a:pt x="37825" y="1486587"/>
                    </a:lnTo>
                    <a:lnTo>
                      <a:pt x="29079" y="1532235"/>
                    </a:lnTo>
                    <a:lnTo>
                      <a:pt x="21452" y="1578271"/>
                    </a:lnTo>
                    <a:lnTo>
                      <a:pt x="14958" y="1624680"/>
                    </a:lnTo>
                    <a:lnTo>
                      <a:pt x="9612" y="1671447"/>
                    </a:lnTo>
                    <a:lnTo>
                      <a:pt x="5428" y="1718558"/>
                    </a:lnTo>
                    <a:lnTo>
                      <a:pt x="2422" y="1765998"/>
                    </a:lnTo>
                    <a:lnTo>
                      <a:pt x="608" y="1813752"/>
                    </a:lnTo>
                    <a:lnTo>
                      <a:pt x="0" y="1861807"/>
                    </a:lnTo>
                    <a:lnTo>
                      <a:pt x="608" y="1909861"/>
                    </a:lnTo>
                    <a:lnTo>
                      <a:pt x="2422" y="1957615"/>
                    </a:lnTo>
                    <a:lnTo>
                      <a:pt x="5428" y="2005055"/>
                    </a:lnTo>
                    <a:lnTo>
                      <a:pt x="9612" y="2052166"/>
                    </a:lnTo>
                    <a:lnTo>
                      <a:pt x="14958" y="2098934"/>
                    </a:lnTo>
                    <a:lnTo>
                      <a:pt x="21452" y="2145343"/>
                    </a:lnTo>
                    <a:lnTo>
                      <a:pt x="29079" y="2191379"/>
                    </a:lnTo>
                    <a:lnTo>
                      <a:pt x="37825" y="2237027"/>
                    </a:lnTo>
                    <a:lnTo>
                      <a:pt x="47675" y="2282274"/>
                    </a:lnTo>
                    <a:lnTo>
                      <a:pt x="58615" y="2327103"/>
                    </a:lnTo>
                    <a:lnTo>
                      <a:pt x="70629" y="2371501"/>
                    </a:lnTo>
                    <a:lnTo>
                      <a:pt x="83703" y="2415454"/>
                    </a:lnTo>
                    <a:lnTo>
                      <a:pt x="97823" y="2458945"/>
                    </a:lnTo>
                    <a:lnTo>
                      <a:pt x="112974" y="2501961"/>
                    </a:lnTo>
                    <a:lnTo>
                      <a:pt x="129142" y="2544487"/>
                    </a:lnTo>
                    <a:lnTo>
                      <a:pt x="146311" y="2586509"/>
                    </a:lnTo>
                    <a:lnTo>
                      <a:pt x="164467" y="2628012"/>
                    </a:lnTo>
                    <a:lnTo>
                      <a:pt x="183595" y="2668981"/>
                    </a:lnTo>
                    <a:lnTo>
                      <a:pt x="203682" y="2709401"/>
                    </a:lnTo>
                    <a:lnTo>
                      <a:pt x="224711" y="2749259"/>
                    </a:lnTo>
                    <a:lnTo>
                      <a:pt x="246669" y="2788538"/>
                    </a:lnTo>
                    <a:lnTo>
                      <a:pt x="269542" y="2827226"/>
                    </a:lnTo>
                    <a:lnTo>
                      <a:pt x="293313" y="2865307"/>
                    </a:lnTo>
                    <a:lnTo>
                      <a:pt x="317969" y="2902766"/>
                    </a:lnTo>
                    <a:lnTo>
                      <a:pt x="343496" y="2939589"/>
                    </a:lnTo>
                    <a:lnTo>
                      <a:pt x="369877" y="2975761"/>
                    </a:lnTo>
                    <a:lnTo>
                      <a:pt x="397100" y="3011268"/>
                    </a:lnTo>
                    <a:lnTo>
                      <a:pt x="425149" y="3046095"/>
                    </a:lnTo>
                    <a:lnTo>
                      <a:pt x="454009" y="3080227"/>
                    </a:lnTo>
                    <a:lnTo>
                      <a:pt x="483667" y="3113650"/>
                    </a:lnTo>
                    <a:lnTo>
                      <a:pt x="514107" y="3146349"/>
                    </a:lnTo>
                    <a:lnTo>
                      <a:pt x="545314" y="3178310"/>
                    </a:lnTo>
                    <a:lnTo>
                      <a:pt x="577275" y="3209517"/>
                    </a:lnTo>
                    <a:lnTo>
                      <a:pt x="609974" y="3239957"/>
                    </a:lnTo>
                    <a:lnTo>
                      <a:pt x="643397" y="3269615"/>
                    </a:lnTo>
                    <a:lnTo>
                      <a:pt x="677529" y="3298475"/>
                    </a:lnTo>
                    <a:lnTo>
                      <a:pt x="712356" y="3326524"/>
                    </a:lnTo>
                    <a:lnTo>
                      <a:pt x="747863" y="3353747"/>
                    </a:lnTo>
                    <a:lnTo>
                      <a:pt x="784035" y="3380128"/>
                    </a:lnTo>
                    <a:lnTo>
                      <a:pt x="820858" y="3405655"/>
                    </a:lnTo>
                    <a:lnTo>
                      <a:pt x="858317" y="3430311"/>
                    </a:lnTo>
                    <a:lnTo>
                      <a:pt x="896398" y="3454082"/>
                    </a:lnTo>
                    <a:lnTo>
                      <a:pt x="935085" y="3476954"/>
                    </a:lnTo>
                    <a:lnTo>
                      <a:pt x="974365" y="3498913"/>
                    </a:lnTo>
                    <a:lnTo>
                      <a:pt x="1014223" y="3519942"/>
                    </a:lnTo>
                    <a:lnTo>
                      <a:pt x="1054643" y="3540029"/>
                    </a:lnTo>
                    <a:lnTo>
                      <a:pt x="1095612" y="3559157"/>
                    </a:lnTo>
                    <a:lnTo>
                      <a:pt x="1137115" y="3577313"/>
                    </a:lnTo>
                    <a:lnTo>
                      <a:pt x="1179136" y="3594482"/>
                    </a:lnTo>
                    <a:lnTo>
                      <a:pt x="1221663" y="3610650"/>
                    </a:lnTo>
                    <a:lnTo>
                      <a:pt x="1264679" y="3625800"/>
                    </a:lnTo>
                    <a:lnTo>
                      <a:pt x="1308170" y="3639921"/>
                    </a:lnTo>
                    <a:lnTo>
                      <a:pt x="1352122" y="3652995"/>
                    </a:lnTo>
                    <a:lnTo>
                      <a:pt x="1396521" y="3665009"/>
                    </a:lnTo>
                    <a:lnTo>
                      <a:pt x="1441350" y="3675949"/>
                    </a:lnTo>
                    <a:lnTo>
                      <a:pt x="1486597" y="3685799"/>
                    </a:lnTo>
                    <a:lnTo>
                      <a:pt x="1532245" y="3694545"/>
                    </a:lnTo>
                    <a:lnTo>
                      <a:pt x="1578281" y="3702172"/>
                    </a:lnTo>
                    <a:lnTo>
                      <a:pt x="1624690" y="3708666"/>
                    </a:lnTo>
                    <a:lnTo>
                      <a:pt x="1671457" y="3714012"/>
                    </a:lnTo>
                    <a:lnTo>
                      <a:pt x="1718568" y="3718195"/>
                    </a:lnTo>
                    <a:lnTo>
                      <a:pt x="1766008" y="3721202"/>
                    </a:lnTo>
                    <a:lnTo>
                      <a:pt x="1813763" y="3723016"/>
                    </a:lnTo>
                    <a:lnTo>
                      <a:pt x="1861817" y="3723624"/>
                    </a:lnTo>
                    <a:lnTo>
                      <a:pt x="1909871" y="3723016"/>
                    </a:lnTo>
                    <a:lnTo>
                      <a:pt x="1957626" y="3721202"/>
                    </a:lnTo>
                    <a:lnTo>
                      <a:pt x="2005066" y="3718195"/>
                    </a:lnTo>
                    <a:lnTo>
                      <a:pt x="2052177" y="3714012"/>
                    </a:lnTo>
                    <a:lnTo>
                      <a:pt x="2098944" y="3708666"/>
                    </a:lnTo>
                    <a:lnTo>
                      <a:pt x="2145353" y="3702172"/>
                    </a:lnTo>
                    <a:lnTo>
                      <a:pt x="2191389" y="3694545"/>
                    </a:lnTo>
                    <a:lnTo>
                      <a:pt x="2237038" y="3685799"/>
                    </a:lnTo>
                    <a:lnTo>
                      <a:pt x="2282284" y="3675949"/>
                    </a:lnTo>
                    <a:lnTo>
                      <a:pt x="2327114" y="3665009"/>
                    </a:lnTo>
                    <a:lnTo>
                      <a:pt x="2371512" y="3652995"/>
                    </a:lnTo>
                    <a:lnTo>
                      <a:pt x="2415464" y="3639921"/>
                    </a:lnTo>
                    <a:lnTo>
                      <a:pt x="2458955" y="3625800"/>
                    </a:lnTo>
                    <a:lnTo>
                      <a:pt x="2501972" y="3610650"/>
                    </a:lnTo>
                    <a:lnTo>
                      <a:pt x="2544498" y="3594482"/>
                    </a:lnTo>
                    <a:lnTo>
                      <a:pt x="2586520" y="3577313"/>
                    </a:lnTo>
                    <a:lnTo>
                      <a:pt x="2628022" y="3559157"/>
                    </a:lnTo>
                    <a:lnTo>
                      <a:pt x="2668991" y="3540029"/>
                    </a:lnTo>
                    <a:lnTo>
                      <a:pt x="2709412" y="3519942"/>
                    </a:lnTo>
                    <a:lnTo>
                      <a:pt x="2749269" y="3498913"/>
                    </a:lnTo>
                    <a:lnTo>
                      <a:pt x="2788549" y="3476954"/>
                    </a:lnTo>
                    <a:lnTo>
                      <a:pt x="2827236" y="3454082"/>
                    </a:lnTo>
                    <a:lnTo>
                      <a:pt x="2865317" y="3430311"/>
                    </a:lnTo>
                    <a:lnTo>
                      <a:pt x="2902776" y="3405655"/>
                    </a:lnTo>
                    <a:lnTo>
                      <a:pt x="2939599" y="3380128"/>
                    </a:lnTo>
                    <a:lnTo>
                      <a:pt x="2975771" y="3353747"/>
                    </a:lnTo>
                    <a:lnTo>
                      <a:pt x="3011278" y="3326524"/>
                    </a:lnTo>
                    <a:lnTo>
                      <a:pt x="3046105" y="3298475"/>
                    </a:lnTo>
                    <a:lnTo>
                      <a:pt x="3080237" y="3269615"/>
                    </a:lnTo>
                    <a:lnTo>
                      <a:pt x="3113660" y="3239957"/>
                    </a:lnTo>
                    <a:lnTo>
                      <a:pt x="3146360" y="3209517"/>
                    </a:lnTo>
                    <a:lnTo>
                      <a:pt x="3178320" y="3178310"/>
                    </a:lnTo>
                    <a:lnTo>
                      <a:pt x="3209528" y="3146349"/>
                    </a:lnTo>
                    <a:lnTo>
                      <a:pt x="3239968" y="3113650"/>
                    </a:lnTo>
                    <a:lnTo>
                      <a:pt x="3269625" y="3080227"/>
                    </a:lnTo>
                    <a:lnTo>
                      <a:pt x="3298485" y="3046095"/>
                    </a:lnTo>
                    <a:lnTo>
                      <a:pt x="3326534" y="3011268"/>
                    </a:lnTo>
                    <a:lnTo>
                      <a:pt x="3353757" y="2975761"/>
                    </a:lnTo>
                    <a:lnTo>
                      <a:pt x="3380139" y="2939589"/>
                    </a:lnTo>
                    <a:lnTo>
                      <a:pt x="3405665" y="2902766"/>
                    </a:lnTo>
                    <a:lnTo>
                      <a:pt x="3430321" y="2865307"/>
                    </a:lnTo>
                    <a:lnTo>
                      <a:pt x="3454093" y="2827226"/>
                    </a:lnTo>
                    <a:lnTo>
                      <a:pt x="3476965" y="2788538"/>
                    </a:lnTo>
                    <a:lnTo>
                      <a:pt x="3498923" y="2749259"/>
                    </a:lnTo>
                    <a:lnTo>
                      <a:pt x="3519953" y="2709401"/>
                    </a:lnTo>
                    <a:lnTo>
                      <a:pt x="3540039" y="2668981"/>
                    </a:lnTo>
                    <a:lnTo>
                      <a:pt x="3559168" y="2628012"/>
                    </a:lnTo>
                    <a:lnTo>
                      <a:pt x="3577324" y="2586509"/>
                    </a:lnTo>
                    <a:lnTo>
                      <a:pt x="3594493" y="2544487"/>
                    </a:lnTo>
                    <a:lnTo>
                      <a:pt x="3610660" y="2501961"/>
                    </a:lnTo>
                    <a:lnTo>
                      <a:pt x="3625811" y="2458945"/>
                    </a:lnTo>
                    <a:lnTo>
                      <a:pt x="3639931" y="2415454"/>
                    </a:lnTo>
                    <a:lnTo>
                      <a:pt x="3653005" y="2371501"/>
                    </a:lnTo>
                    <a:lnTo>
                      <a:pt x="3665020" y="2327103"/>
                    </a:lnTo>
                    <a:lnTo>
                      <a:pt x="3675959" y="2282274"/>
                    </a:lnTo>
                    <a:lnTo>
                      <a:pt x="3685809" y="2237027"/>
                    </a:lnTo>
                    <a:lnTo>
                      <a:pt x="3694555" y="2191379"/>
                    </a:lnTo>
                    <a:lnTo>
                      <a:pt x="3702182" y="2145343"/>
                    </a:lnTo>
                    <a:lnTo>
                      <a:pt x="3708676" y="2098934"/>
                    </a:lnTo>
                    <a:lnTo>
                      <a:pt x="3714022" y="2052166"/>
                    </a:lnTo>
                    <a:lnTo>
                      <a:pt x="3718206" y="2005055"/>
                    </a:lnTo>
                    <a:lnTo>
                      <a:pt x="3721212" y="1957615"/>
                    </a:lnTo>
                    <a:lnTo>
                      <a:pt x="3723027" y="1909861"/>
                    </a:lnTo>
                    <a:lnTo>
                      <a:pt x="3723635" y="1861807"/>
                    </a:lnTo>
                    <a:lnTo>
                      <a:pt x="3723027" y="1813752"/>
                    </a:lnTo>
                    <a:lnTo>
                      <a:pt x="3721212" y="1765998"/>
                    </a:lnTo>
                    <a:lnTo>
                      <a:pt x="3718206" y="1718558"/>
                    </a:lnTo>
                    <a:lnTo>
                      <a:pt x="3714022" y="1671447"/>
                    </a:lnTo>
                    <a:lnTo>
                      <a:pt x="3708676" y="1624680"/>
                    </a:lnTo>
                    <a:lnTo>
                      <a:pt x="3702182" y="1578271"/>
                    </a:lnTo>
                    <a:lnTo>
                      <a:pt x="3694555" y="1532235"/>
                    </a:lnTo>
                    <a:lnTo>
                      <a:pt x="3685809" y="1486587"/>
                    </a:lnTo>
                    <a:lnTo>
                      <a:pt x="3675959" y="1441340"/>
                    </a:lnTo>
                    <a:lnTo>
                      <a:pt x="3665020" y="1396511"/>
                    </a:lnTo>
                    <a:lnTo>
                      <a:pt x="3653005" y="1352113"/>
                    </a:lnTo>
                    <a:lnTo>
                      <a:pt x="3639931" y="1308161"/>
                    </a:lnTo>
                    <a:lnTo>
                      <a:pt x="3625811" y="1264669"/>
                    </a:lnTo>
                    <a:lnTo>
                      <a:pt x="3610660" y="1221653"/>
                    </a:lnTo>
                    <a:lnTo>
                      <a:pt x="3594493" y="1179127"/>
                    </a:lnTo>
                    <a:lnTo>
                      <a:pt x="3577324" y="1137106"/>
                    </a:lnTo>
                    <a:lnTo>
                      <a:pt x="3559168" y="1095603"/>
                    </a:lnTo>
                    <a:lnTo>
                      <a:pt x="3540039" y="1054635"/>
                    </a:lnTo>
                    <a:lnTo>
                      <a:pt x="3519953" y="1014214"/>
                    </a:lnTo>
                    <a:lnTo>
                      <a:pt x="3498923" y="974357"/>
                    </a:lnTo>
                    <a:lnTo>
                      <a:pt x="3476965" y="935078"/>
                    </a:lnTo>
                    <a:lnTo>
                      <a:pt x="3454093" y="896390"/>
                    </a:lnTo>
                    <a:lnTo>
                      <a:pt x="3430321" y="858310"/>
                    </a:lnTo>
                    <a:lnTo>
                      <a:pt x="3405665" y="820851"/>
                    </a:lnTo>
                    <a:lnTo>
                      <a:pt x="3380139" y="784028"/>
                    </a:lnTo>
                    <a:lnTo>
                      <a:pt x="3353757" y="747856"/>
                    </a:lnTo>
                    <a:lnTo>
                      <a:pt x="3326534" y="712350"/>
                    </a:lnTo>
                    <a:lnTo>
                      <a:pt x="3298485" y="677523"/>
                    </a:lnTo>
                    <a:lnTo>
                      <a:pt x="3269625" y="643391"/>
                    </a:lnTo>
                    <a:lnTo>
                      <a:pt x="3239968" y="609968"/>
                    </a:lnTo>
                    <a:lnTo>
                      <a:pt x="3209528" y="577269"/>
                    </a:lnTo>
                    <a:lnTo>
                      <a:pt x="3178320" y="545309"/>
                    </a:lnTo>
                    <a:lnTo>
                      <a:pt x="3146360" y="514102"/>
                    </a:lnTo>
                    <a:lnTo>
                      <a:pt x="3113660" y="483662"/>
                    </a:lnTo>
                    <a:lnTo>
                      <a:pt x="3080237" y="454005"/>
                    </a:lnTo>
                    <a:lnTo>
                      <a:pt x="3046105" y="425145"/>
                    </a:lnTo>
                    <a:lnTo>
                      <a:pt x="3011278" y="397096"/>
                    </a:lnTo>
                    <a:lnTo>
                      <a:pt x="2975771" y="369874"/>
                    </a:lnTo>
                    <a:lnTo>
                      <a:pt x="2939599" y="343492"/>
                    </a:lnTo>
                    <a:lnTo>
                      <a:pt x="2902776" y="317966"/>
                    </a:lnTo>
                    <a:lnTo>
                      <a:pt x="2865317" y="293310"/>
                    </a:lnTo>
                    <a:lnTo>
                      <a:pt x="2827236" y="269539"/>
                    </a:lnTo>
                    <a:lnTo>
                      <a:pt x="2788549" y="246667"/>
                    </a:lnTo>
                    <a:lnTo>
                      <a:pt x="2749269" y="224709"/>
                    </a:lnTo>
                    <a:lnTo>
                      <a:pt x="2709412" y="203679"/>
                    </a:lnTo>
                    <a:lnTo>
                      <a:pt x="2668991" y="183593"/>
                    </a:lnTo>
                    <a:lnTo>
                      <a:pt x="2628022" y="164465"/>
                    </a:lnTo>
                    <a:lnTo>
                      <a:pt x="2586520" y="146309"/>
                    </a:lnTo>
                    <a:lnTo>
                      <a:pt x="2544498" y="129140"/>
                    </a:lnTo>
                    <a:lnTo>
                      <a:pt x="2501972" y="112973"/>
                    </a:lnTo>
                    <a:lnTo>
                      <a:pt x="2458955" y="97822"/>
                    </a:lnTo>
                    <a:lnTo>
                      <a:pt x="2415464" y="83702"/>
                    </a:lnTo>
                    <a:lnTo>
                      <a:pt x="2371512" y="70628"/>
                    </a:lnTo>
                    <a:lnTo>
                      <a:pt x="2327114" y="58614"/>
                    </a:lnTo>
                    <a:lnTo>
                      <a:pt x="2282284" y="47675"/>
                    </a:lnTo>
                    <a:lnTo>
                      <a:pt x="2237038" y="37825"/>
                    </a:lnTo>
                    <a:lnTo>
                      <a:pt x="2191389" y="29079"/>
                    </a:lnTo>
                    <a:lnTo>
                      <a:pt x="2145353" y="21452"/>
                    </a:lnTo>
                    <a:lnTo>
                      <a:pt x="2098944" y="14958"/>
                    </a:lnTo>
                    <a:lnTo>
                      <a:pt x="2052177" y="9612"/>
                    </a:lnTo>
                    <a:lnTo>
                      <a:pt x="2005066" y="5428"/>
                    </a:lnTo>
                    <a:lnTo>
                      <a:pt x="1957626" y="2422"/>
                    </a:lnTo>
                    <a:lnTo>
                      <a:pt x="1909871" y="608"/>
                    </a:lnTo>
                    <a:lnTo>
                      <a:pt x="1861817" y="0"/>
                    </a:lnTo>
                    <a:close/>
                  </a:path>
                </a:pathLst>
              </a:custGeom>
              <a:solidFill>
                <a:srgbClr val="FFFFFF">
                  <a:alpha val="25000"/>
                </a:srgbClr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44" name="object 15">
                <a:extLst>
                  <a:ext uri="{FF2B5EF4-FFF2-40B4-BE49-F238E27FC236}">
                    <a16:creationId xmlns:a16="http://schemas.microsoft.com/office/drawing/2014/main" id="{6FEFDD94-5E92-2A32-7E76-806B3973685B}"/>
                  </a:ext>
                </a:extLst>
              </p:cNvPr>
              <p:cNvSpPr txBox="1"/>
              <p:nvPr/>
            </p:nvSpPr>
            <p:spPr>
              <a:xfrm>
                <a:off x="11243109" y="7895399"/>
                <a:ext cx="1789435" cy="447953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697865" marR="5080" indent="-685800" algn="ctr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sz="2800" b="1" spc="-10" dirty="0">
                    <a:solidFill>
                      <a:srgbClr val="FFFCE7"/>
                    </a:solidFill>
                    <a:latin typeface="Century Gothic"/>
                    <a:cs typeface="Century Gothic"/>
                  </a:rPr>
                  <a:t>Standards</a:t>
                </a:r>
                <a:endParaRPr sz="2800" dirty="0">
                  <a:latin typeface="Century Gothic"/>
                  <a:cs typeface="Century Gothic"/>
                </a:endParaRP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D9D62DAF-741C-3601-FDEF-58E3363BECEF}"/>
                </a:ext>
              </a:extLst>
            </p:cNvPr>
            <p:cNvGrpSpPr/>
            <p:nvPr/>
          </p:nvGrpSpPr>
          <p:grpSpPr>
            <a:xfrm>
              <a:off x="6753323" y="6203713"/>
              <a:ext cx="3723640" cy="3723640"/>
              <a:chOff x="10142715" y="6595743"/>
              <a:chExt cx="3723640" cy="3723640"/>
            </a:xfrm>
          </p:grpSpPr>
          <p:sp>
            <p:nvSpPr>
              <p:cNvPr id="41" name="object 14">
                <a:extLst>
                  <a:ext uri="{FF2B5EF4-FFF2-40B4-BE49-F238E27FC236}">
                    <a16:creationId xmlns:a16="http://schemas.microsoft.com/office/drawing/2014/main" id="{E2DB5143-A00A-9A59-EF47-6979673812F7}"/>
                  </a:ext>
                </a:extLst>
              </p:cNvPr>
              <p:cNvSpPr/>
              <p:nvPr/>
            </p:nvSpPr>
            <p:spPr>
              <a:xfrm>
                <a:off x="10142715" y="6595743"/>
                <a:ext cx="3723640" cy="3723640"/>
              </a:xfrm>
              <a:custGeom>
                <a:avLst/>
                <a:gdLst/>
                <a:ahLst/>
                <a:cxnLst/>
                <a:rect l="l" t="t" r="r" b="b"/>
                <a:pathLst>
                  <a:path w="3723640" h="3723640">
                    <a:moveTo>
                      <a:pt x="1861817" y="0"/>
                    </a:moveTo>
                    <a:lnTo>
                      <a:pt x="1813763" y="608"/>
                    </a:lnTo>
                    <a:lnTo>
                      <a:pt x="1766008" y="2422"/>
                    </a:lnTo>
                    <a:lnTo>
                      <a:pt x="1718568" y="5428"/>
                    </a:lnTo>
                    <a:lnTo>
                      <a:pt x="1671457" y="9612"/>
                    </a:lnTo>
                    <a:lnTo>
                      <a:pt x="1624690" y="14958"/>
                    </a:lnTo>
                    <a:lnTo>
                      <a:pt x="1578281" y="21452"/>
                    </a:lnTo>
                    <a:lnTo>
                      <a:pt x="1532245" y="29079"/>
                    </a:lnTo>
                    <a:lnTo>
                      <a:pt x="1486597" y="37825"/>
                    </a:lnTo>
                    <a:lnTo>
                      <a:pt x="1441350" y="47675"/>
                    </a:lnTo>
                    <a:lnTo>
                      <a:pt x="1396521" y="58614"/>
                    </a:lnTo>
                    <a:lnTo>
                      <a:pt x="1352122" y="70628"/>
                    </a:lnTo>
                    <a:lnTo>
                      <a:pt x="1308170" y="83702"/>
                    </a:lnTo>
                    <a:lnTo>
                      <a:pt x="1264679" y="97822"/>
                    </a:lnTo>
                    <a:lnTo>
                      <a:pt x="1221663" y="112973"/>
                    </a:lnTo>
                    <a:lnTo>
                      <a:pt x="1179136" y="129140"/>
                    </a:lnTo>
                    <a:lnTo>
                      <a:pt x="1137115" y="146309"/>
                    </a:lnTo>
                    <a:lnTo>
                      <a:pt x="1095612" y="164465"/>
                    </a:lnTo>
                    <a:lnTo>
                      <a:pt x="1054643" y="183593"/>
                    </a:lnTo>
                    <a:lnTo>
                      <a:pt x="1014223" y="203679"/>
                    </a:lnTo>
                    <a:lnTo>
                      <a:pt x="974365" y="224709"/>
                    </a:lnTo>
                    <a:lnTo>
                      <a:pt x="935085" y="246667"/>
                    </a:lnTo>
                    <a:lnTo>
                      <a:pt x="896398" y="269539"/>
                    </a:lnTo>
                    <a:lnTo>
                      <a:pt x="858317" y="293310"/>
                    </a:lnTo>
                    <a:lnTo>
                      <a:pt x="820858" y="317966"/>
                    </a:lnTo>
                    <a:lnTo>
                      <a:pt x="784035" y="343492"/>
                    </a:lnTo>
                    <a:lnTo>
                      <a:pt x="747863" y="369874"/>
                    </a:lnTo>
                    <a:lnTo>
                      <a:pt x="712356" y="397096"/>
                    </a:lnTo>
                    <a:lnTo>
                      <a:pt x="677529" y="425145"/>
                    </a:lnTo>
                    <a:lnTo>
                      <a:pt x="643397" y="454005"/>
                    </a:lnTo>
                    <a:lnTo>
                      <a:pt x="609974" y="483662"/>
                    </a:lnTo>
                    <a:lnTo>
                      <a:pt x="577275" y="514102"/>
                    </a:lnTo>
                    <a:lnTo>
                      <a:pt x="545314" y="545309"/>
                    </a:lnTo>
                    <a:lnTo>
                      <a:pt x="514107" y="577269"/>
                    </a:lnTo>
                    <a:lnTo>
                      <a:pt x="483667" y="609968"/>
                    </a:lnTo>
                    <a:lnTo>
                      <a:pt x="454009" y="643391"/>
                    </a:lnTo>
                    <a:lnTo>
                      <a:pt x="425149" y="677523"/>
                    </a:lnTo>
                    <a:lnTo>
                      <a:pt x="397100" y="712350"/>
                    </a:lnTo>
                    <a:lnTo>
                      <a:pt x="369877" y="747856"/>
                    </a:lnTo>
                    <a:lnTo>
                      <a:pt x="343496" y="784028"/>
                    </a:lnTo>
                    <a:lnTo>
                      <a:pt x="317969" y="820851"/>
                    </a:lnTo>
                    <a:lnTo>
                      <a:pt x="293313" y="858310"/>
                    </a:lnTo>
                    <a:lnTo>
                      <a:pt x="269542" y="896390"/>
                    </a:lnTo>
                    <a:lnTo>
                      <a:pt x="246669" y="935078"/>
                    </a:lnTo>
                    <a:lnTo>
                      <a:pt x="224711" y="974357"/>
                    </a:lnTo>
                    <a:lnTo>
                      <a:pt x="203682" y="1014214"/>
                    </a:lnTo>
                    <a:lnTo>
                      <a:pt x="183595" y="1054635"/>
                    </a:lnTo>
                    <a:lnTo>
                      <a:pt x="164467" y="1095603"/>
                    </a:lnTo>
                    <a:lnTo>
                      <a:pt x="146311" y="1137106"/>
                    </a:lnTo>
                    <a:lnTo>
                      <a:pt x="129142" y="1179127"/>
                    </a:lnTo>
                    <a:lnTo>
                      <a:pt x="112974" y="1221653"/>
                    </a:lnTo>
                    <a:lnTo>
                      <a:pt x="97823" y="1264669"/>
                    </a:lnTo>
                    <a:lnTo>
                      <a:pt x="83703" y="1308161"/>
                    </a:lnTo>
                    <a:lnTo>
                      <a:pt x="70629" y="1352113"/>
                    </a:lnTo>
                    <a:lnTo>
                      <a:pt x="58615" y="1396511"/>
                    </a:lnTo>
                    <a:lnTo>
                      <a:pt x="47675" y="1441340"/>
                    </a:lnTo>
                    <a:lnTo>
                      <a:pt x="37825" y="1486587"/>
                    </a:lnTo>
                    <a:lnTo>
                      <a:pt x="29079" y="1532235"/>
                    </a:lnTo>
                    <a:lnTo>
                      <a:pt x="21452" y="1578271"/>
                    </a:lnTo>
                    <a:lnTo>
                      <a:pt x="14958" y="1624680"/>
                    </a:lnTo>
                    <a:lnTo>
                      <a:pt x="9612" y="1671447"/>
                    </a:lnTo>
                    <a:lnTo>
                      <a:pt x="5428" y="1718558"/>
                    </a:lnTo>
                    <a:lnTo>
                      <a:pt x="2422" y="1765998"/>
                    </a:lnTo>
                    <a:lnTo>
                      <a:pt x="608" y="1813752"/>
                    </a:lnTo>
                    <a:lnTo>
                      <a:pt x="0" y="1861807"/>
                    </a:lnTo>
                    <a:lnTo>
                      <a:pt x="608" y="1909861"/>
                    </a:lnTo>
                    <a:lnTo>
                      <a:pt x="2422" y="1957615"/>
                    </a:lnTo>
                    <a:lnTo>
                      <a:pt x="5428" y="2005055"/>
                    </a:lnTo>
                    <a:lnTo>
                      <a:pt x="9612" y="2052166"/>
                    </a:lnTo>
                    <a:lnTo>
                      <a:pt x="14958" y="2098934"/>
                    </a:lnTo>
                    <a:lnTo>
                      <a:pt x="21452" y="2145343"/>
                    </a:lnTo>
                    <a:lnTo>
                      <a:pt x="29079" y="2191379"/>
                    </a:lnTo>
                    <a:lnTo>
                      <a:pt x="37825" y="2237027"/>
                    </a:lnTo>
                    <a:lnTo>
                      <a:pt x="47675" y="2282274"/>
                    </a:lnTo>
                    <a:lnTo>
                      <a:pt x="58615" y="2327103"/>
                    </a:lnTo>
                    <a:lnTo>
                      <a:pt x="70629" y="2371501"/>
                    </a:lnTo>
                    <a:lnTo>
                      <a:pt x="83703" y="2415454"/>
                    </a:lnTo>
                    <a:lnTo>
                      <a:pt x="97823" y="2458945"/>
                    </a:lnTo>
                    <a:lnTo>
                      <a:pt x="112974" y="2501961"/>
                    </a:lnTo>
                    <a:lnTo>
                      <a:pt x="129142" y="2544487"/>
                    </a:lnTo>
                    <a:lnTo>
                      <a:pt x="146311" y="2586509"/>
                    </a:lnTo>
                    <a:lnTo>
                      <a:pt x="164467" y="2628012"/>
                    </a:lnTo>
                    <a:lnTo>
                      <a:pt x="183595" y="2668981"/>
                    </a:lnTo>
                    <a:lnTo>
                      <a:pt x="203682" y="2709401"/>
                    </a:lnTo>
                    <a:lnTo>
                      <a:pt x="224711" y="2749259"/>
                    </a:lnTo>
                    <a:lnTo>
                      <a:pt x="246669" y="2788538"/>
                    </a:lnTo>
                    <a:lnTo>
                      <a:pt x="269542" y="2827226"/>
                    </a:lnTo>
                    <a:lnTo>
                      <a:pt x="293313" y="2865307"/>
                    </a:lnTo>
                    <a:lnTo>
                      <a:pt x="317969" y="2902766"/>
                    </a:lnTo>
                    <a:lnTo>
                      <a:pt x="343496" y="2939589"/>
                    </a:lnTo>
                    <a:lnTo>
                      <a:pt x="369877" y="2975761"/>
                    </a:lnTo>
                    <a:lnTo>
                      <a:pt x="397100" y="3011268"/>
                    </a:lnTo>
                    <a:lnTo>
                      <a:pt x="425149" y="3046095"/>
                    </a:lnTo>
                    <a:lnTo>
                      <a:pt x="454009" y="3080227"/>
                    </a:lnTo>
                    <a:lnTo>
                      <a:pt x="483667" y="3113650"/>
                    </a:lnTo>
                    <a:lnTo>
                      <a:pt x="514107" y="3146349"/>
                    </a:lnTo>
                    <a:lnTo>
                      <a:pt x="545314" y="3178310"/>
                    </a:lnTo>
                    <a:lnTo>
                      <a:pt x="577275" y="3209517"/>
                    </a:lnTo>
                    <a:lnTo>
                      <a:pt x="609974" y="3239957"/>
                    </a:lnTo>
                    <a:lnTo>
                      <a:pt x="643397" y="3269615"/>
                    </a:lnTo>
                    <a:lnTo>
                      <a:pt x="677529" y="3298475"/>
                    </a:lnTo>
                    <a:lnTo>
                      <a:pt x="712356" y="3326524"/>
                    </a:lnTo>
                    <a:lnTo>
                      <a:pt x="747863" y="3353747"/>
                    </a:lnTo>
                    <a:lnTo>
                      <a:pt x="784035" y="3380128"/>
                    </a:lnTo>
                    <a:lnTo>
                      <a:pt x="820858" y="3405655"/>
                    </a:lnTo>
                    <a:lnTo>
                      <a:pt x="858317" y="3430311"/>
                    </a:lnTo>
                    <a:lnTo>
                      <a:pt x="896398" y="3454082"/>
                    </a:lnTo>
                    <a:lnTo>
                      <a:pt x="935085" y="3476954"/>
                    </a:lnTo>
                    <a:lnTo>
                      <a:pt x="974365" y="3498913"/>
                    </a:lnTo>
                    <a:lnTo>
                      <a:pt x="1014223" y="3519942"/>
                    </a:lnTo>
                    <a:lnTo>
                      <a:pt x="1054643" y="3540029"/>
                    </a:lnTo>
                    <a:lnTo>
                      <a:pt x="1095612" y="3559157"/>
                    </a:lnTo>
                    <a:lnTo>
                      <a:pt x="1137115" y="3577313"/>
                    </a:lnTo>
                    <a:lnTo>
                      <a:pt x="1179136" y="3594482"/>
                    </a:lnTo>
                    <a:lnTo>
                      <a:pt x="1221663" y="3610650"/>
                    </a:lnTo>
                    <a:lnTo>
                      <a:pt x="1264679" y="3625800"/>
                    </a:lnTo>
                    <a:lnTo>
                      <a:pt x="1308170" y="3639921"/>
                    </a:lnTo>
                    <a:lnTo>
                      <a:pt x="1352122" y="3652995"/>
                    </a:lnTo>
                    <a:lnTo>
                      <a:pt x="1396521" y="3665009"/>
                    </a:lnTo>
                    <a:lnTo>
                      <a:pt x="1441350" y="3675949"/>
                    </a:lnTo>
                    <a:lnTo>
                      <a:pt x="1486597" y="3685799"/>
                    </a:lnTo>
                    <a:lnTo>
                      <a:pt x="1532245" y="3694545"/>
                    </a:lnTo>
                    <a:lnTo>
                      <a:pt x="1578281" y="3702172"/>
                    </a:lnTo>
                    <a:lnTo>
                      <a:pt x="1624690" y="3708666"/>
                    </a:lnTo>
                    <a:lnTo>
                      <a:pt x="1671457" y="3714012"/>
                    </a:lnTo>
                    <a:lnTo>
                      <a:pt x="1718568" y="3718195"/>
                    </a:lnTo>
                    <a:lnTo>
                      <a:pt x="1766008" y="3721202"/>
                    </a:lnTo>
                    <a:lnTo>
                      <a:pt x="1813763" y="3723016"/>
                    </a:lnTo>
                    <a:lnTo>
                      <a:pt x="1861817" y="3723624"/>
                    </a:lnTo>
                    <a:lnTo>
                      <a:pt x="1909871" y="3723016"/>
                    </a:lnTo>
                    <a:lnTo>
                      <a:pt x="1957626" y="3721202"/>
                    </a:lnTo>
                    <a:lnTo>
                      <a:pt x="2005066" y="3718195"/>
                    </a:lnTo>
                    <a:lnTo>
                      <a:pt x="2052177" y="3714012"/>
                    </a:lnTo>
                    <a:lnTo>
                      <a:pt x="2098944" y="3708666"/>
                    </a:lnTo>
                    <a:lnTo>
                      <a:pt x="2145353" y="3702172"/>
                    </a:lnTo>
                    <a:lnTo>
                      <a:pt x="2191389" y="3694545"/>
                    </a:lnTo>
                    <a:lnTo>
                      <a:pt x="2237038" y="3685799"/>
                    </a:lnTo>
                    <a:lnTo>
                      <a:pt x="2282284" y="3675949"/>
                    </a:lnTo>
                    <a:lnTo>
                      <a:pt x="2327114" y="3665009"/>
                    </a:lnTo>
                    <a:lnTo>
                      <a:pt x="2371512" y="3652995"/>
                    </a:lnTo>
                    <a:lnTo>
                      <a:pt x="2415464" y="3639921"/>
                    </a:lnTo>
                    <a:lnTo>
                      <a:pt x="2458955" y="3625800"/>
                    </a:lnTo>
                    <a:lnTo>
                      <a:pt x="2501972" y="3610650"/>
                    </a:lnTo>
                    <a:lnTo>
                      <a:pt x="2544498" y="3594482"/>
                    </a:lnTo>
                    <a:lnTo>
                      <a:pt x="2586520" y="3577313"/>
                    </a:lnTo>
                    <a:lnTo>
                      <a:pt x="2628022" y="3559157"/>
                    </a:lnTo>
                    <a:lnTo>
                      <a:pt x="2668991" y="3540029"/>
                    </a:lnTo>
                    <a:lnTo>
                      <a:pt x="2709412" y="3519942"/>
                    </a:lnTo>
                    <a:lnTo>
                      <a:pt x="2749269" y="3498913"/>
                    </a:lnTo>
                    <a:lnTo>
                      <a:pt x="2788549" y="3476954"/>
                    </a:lnTo>
                    <a:lnTo>
                      <a:pt x="2827236" y="3454082"/>
                    </a:lnTo>
                    <a:lnTo>
                      <a:pt x="2865317" y="3430311"/>
                    </a:lnTo>
                    <a:lnTo>
                      <a:pt x="2902776" y="3405655"/>
                    </a:lnTo>
                    <a:lnTo>
                      <a:pt x="2939599" y="3380128"/>
                    </a:lnTo>
                    <a:lnTo>
                      <a:pt x="2975771" y="3353747"/>
                    </a:lnTo>
                    <a:lnTo>
                      <a:pt x="3011278" y="3326524"/>
                    </a:lnTo>
                    <a:lnTo>
                      <a:pt x="3046105" y="3298475"/>
                    </a:lnTo>
                    <a:lnTo>
                      <a:pt x="3080237" y="3269615"/>
                    </a:lnTo>
                    <a:lnTo>
                      <a:pt x="3113660" y="3239957"/>
                    </a:lnTo>
                    <a:lnTo>
                      <a:pt x="3146360" y="3209517"/>
                    </a:lnTo>
                    <a:lnTo>
                      <a:pt x="3178320" y="3178310"/>
                    </a:lnTo>
                    <a:lnTo>
                      <a:pt x="3209528" y="3146349"/>
                    </a:lnTo>
                    <a:lnTo>
                      <a:pt x="3239968" y="3113650"/>
                    </a:lnTo>
                    <a:lnTo>
                      <a:pt x="3269625" y="3080227"/>
                    </a:lnTo>
                    <a:lnTo>
                      <a:pt x="3298485" y="3046095"/>
                    </a:lnTo>
                    <a:lnTo>
                      <a:pt x="3326534" y="3011268"/>
                    </a:lnTo>
                    <a:lnTo>
                      <a:pt x="3353757" y="2975761"/>
                    </a:lnTo>
                    <a:lnTo>
                      <a:pt x="3380139" y="2939589"/>
                    </a:lnTo>
                    <a:lnTo>
                      <a:pt x="3405665" y="2902766"/>
                    </a:lnTo>
                    <a:lnTo>
                      <a:pt x="3430321" y="2865307"/>
                    </a:lnTo>
                    <a:lnTo>
                      <a:pt x="3454093" y="2827226"/>
                    </a:lnTo>
                    <a:lnTo>
                      <a:pt x="3476965" y="2788538"/>
                    </a:lnTo>
                    <a:lnTo>
                      <a:pt x="3498923" y="2749259"/>
                    </a:lnTo>
                    <a:lnTo>
                      <a:pt x="3519953" y="2709401"/>
                    </a:lnTo>
                    <a:lnTo>
                      <a:pt x="3540039" y="2668981"/>
                    </a:lnTo>
                    <a:lnTo>
                      <a:pt x="3559168" y="2628012"/>
                    </a:lnTo>
                    <a:lnTo>
                      <a:pt x="3577324" y="2586509"/>
                    </a:lnTo>
                    <a:lnTo>
                      <a:pt x="3594493" y="2544487"/>
                    </a:lnTo>
                    <a:lnTo>
                      <a:pt x="3610660" y="2501961"/>
                    </a:lnTo>
                    <a:lnTo>
                      <a:pt x="3625811" y="2458945"/>
                    </a:lnTo>
                    <a:lnTo>
                      <a:pt x="3639931" y="2415454"/>
                    </a:lnTo>
                    <a:lnTo>
                      <a:pt x="3653005" y="2371501"/>
                    </a:lnTo>
                    <a:lnTo>
                      <a:pt x="3665020" y="2327103"/>
                    </a:lnTo>
                    <a:lnTo>
                      <a:pt x="3675959" y="2282274"/>
                    </a:lnTo>
                    <a:lnTo>
                      <a:pt x="3685809" y="2237027"/>
                    </a:lnTo>
                    <a:lnTo>
                      <a:pt x="3694555" y="2191379"/>
                    </a:lnTo>
                    <a:lnTo>
                      <a:pt x="3702182" y="2145343"/>
                    </a:lnTo>
                    <a:lnTo>
                      <a:pt x="3708676" y="2098934"/>
                    </a:lnTo>
                    <a:lnTo>
                      <a:pt x="3714022" y="2052166"/>
                    </a:lnTo>
                    <a:lnTo>
                      <a:pt x="3718206" y="2005055"/>
                    </a:lnTo>
                    <a:lnTo>
                      <a:pt x="3721212" y="1957615"/>
                    </a:lnTo>
                    <a:lnTo>
                      <a:pt x="3723027" y="1909861"/>
                    </a:lnTo>
                    <a:lnTo>
                      <a:pt x="3723635" y="1861807"/>
                    </a:lnTo>
                    <a:lnTo>
                      <a:pt x="3723027" y="1813752"/>
                    </a:lnTo>
                    <a:lnTo>
                      <a:pt x="3721212" y="1765998"/>
                    </a:lnTo>
                    <a:lnTo>
                      <a:pt x="3718206" y="1718558"/>
                    </a:lnTo>
                    <a:lnTo>
                      <a:pt x="3714022" y="1671447"/>
                    </a:lnTo>
                    <a:lnTo>
                      <a:pt x="3708676" y="1624680"/>
                    </a:lnTo>
                    <a:lnTo>
                      <a:pt x="3702182" y="1578271"/>
                    </a:lnTo>
                    <a:lnTo>
                      <a:pt x="3694555" y="1532235"/>
                    </a:lnTo>
                    <a:lnTo>
                      <a:pt x="3685809" y="1486587"/>
                    </a:lnTo>
                    <a:lnTo>
                      <a:pt x="3675959" y="1441340"/>
                    </a:lnTo>
                    <a:lnTo>
                      <a:pt x="3665020" y="1396511"/>
                    </a:lnTo>
                    <a:lnTo>
                      <a:pt x="3653005" y="1352113"/>
                    </a:lnTo>
                    <a:lnTo>
                      <a:pt x="3639931" y="1308161"/>
                    </a:lnTo>
                    <a:lnTo>
                      <a:pt x="3625811" y="1264669"/>
                    </a:lnTo>
                    <a:lnTo>
                      <a:pt x="3610660" y="1221653"/>
                    </a:lnTo>
                    <a:lnTo>
                      <a:pt x="3594493" y="1179127"/>
                    </a:lnTo>
                    <a:lnTo>
                      <a:pt x="3577324" y="1137106"/>
                    </a:lnTo>
                    <a:lnTo>
                      <a:pt x="3559168" y="1095603"/>
                    </a:lnTo>
                    <a:lnTo>
                      <a:pt x="3540039" y="1054635"/>
                    </a:lnTo>
                    <a:lnTo>
                      <a:pt x="3519953" y="1014214"/>
                    </a:lnTo>
                    <a:lnTo>
                      <a:pt x="3498923" y="974357"/>
                    </a:lnTo>
                    <a:lnTo>
                      <a:pt x="3476965" y="935078"/>
                    </a:lnTo>
                    <a:lnTo>
                      <a:pt x="3454093" y="896390"/>
                    </a:lnTo>
                    <a:lnTo>
                      <a:pt x="3430321" y="858310"/>
                    </a:lnTo>
                    <a:lnTo>
                      <a:pt x="3405665" y="820851"/>
                    </a:lnTo>
                    <a:lnTo>
                      <a:pt x="3380139" y="784028"/>
                    </a:lnTo>
                    <a:lnTo>
                      <a:pt x="3353757" y="747856"/>
                    </a:lnTo>
                    <a:lnTo>
                      <a:pt x="3326534" y="712350"/>
                    </a:lnTo>
                    <a:lnTo>
                      <a:pt x="3298485" y="677523"/>
                    </a:lnTo>
                    <a:lnTo>
                      <a:pt x="3269625" y="643391"/>
                    </a:lnTo>
                    <a:lnTo>
                      <a:pt x="3239968" y="609968"/>
                    </a:lnTo>
                    <a:lnTo>
                      <a:pt x="3209528" y="577269"/>
                    </a:lnTo>
                    <a:lnTo>
                      <a:pt x="3178320" y="545309"/>
                    </a:lnTo>
                    <a:lnTo>
                      <a:pt x="3146360" y="514102"/>
                    </a:lnTo>
                    <a:lnTo>
                      <a:pt x="3113660" y="483662"/>
                    </a:lnTo>
                    <a:lnTo>
                      <a:pt x="3080237" y="454005"/>
                    </a:lnTo>
                    <a:lnTo>
                      <a:pt x="3046105" y="425145"/>
                    </a:lnTo>
                    <a:lnTo>
                      <a:pt x="3011278" y="397096"/>
                    </a:lnTo>
                    <a:lnTo>
                      <a:pt x="2975771" y="369874"/>
                    </a:lnTo>
                    <a:lnTo>
                      <a:pt x="2939599" y="343492"/>
                    </a:lnTo>
                    <a:lnTo>
                      <a:pt x="2902776" y="317966"/>
                    </a:lnTo>
                    <a:lnTo>
                      <a:pt x="2865317" y="293310"/>
                    </a:lnTo>
                    <a:lnTo>
                      <a:pt x="2827236" y="269539"/>
                    </a:lnTo>
                    <a:lnTo>
                      <a:pt x="2788549" y="246667"/>
                    </a:lnTo>
                    <a:lnTo>
                      <a:pt x="2749269" y="224709"/>
                    </a:lnTo>
                    <a:lnTo>
                      <a:pt x="2709412" y="203679"/>
                    </a:lnTo>
                    <a:lnTo>
                      <a:pt x="2668991" y="183593"/>
                    </a:lnTo>
                    <a:lnTo>
                      <a:pt x="2628022" y="164465"/>
                    </a:lnTo>
                    <a:lnTo>
                      <a:pt x="2586520" y="146309"/>
                    </a:lnTo>
                    <a:lnTo>
                      <a:pt x="2544498" y="129140"/>
                    </a:lnTo>
                    <a:lnTo>
                      <a:pt x="2501972" y="112973"/>
                    </a:lnTo>
                    <a:lnTo>
                      <a:pt x="2458955" y="97822"/>
                    </a:lnTo>
                    <a:lnTo>
                      <a:pt x="2415464" y="83702"/>
                    </a:lnTo>
                    <a:lnTo>
                      <a:pt x="2371512" y="70628"/>
                    </a:lnTo>
                    <a:lnTo>
                      <a:pt x="2327114" y="58614"/>
                    </a:lnTo>
                    <a:lnTo>
                      <a:pt x="2282284" y="47675"/>
                    </a:lnTo>
                    <a:lnTo>
                      <a:pt x="2237038" y="37825"/>
                    </a:lnTo>
                    <a:lnTo>
                      <a:pt x="2191389" y="29079"/>
                    </a:lnTo>
                    <a:lnTo>
                      <a:pt x="2145353" y="21452"/>
                    </a:lnTo>
                    <a:lnTo>
                      <a:pt x="2098944" y="14958"/>
                    </a:lnTo>
                    <a:lnTo>
                      <a:pt x="2052177" y="9612"/>
                    </a:lnTo>
                    <a:lnTo>
                      <a:pt x="2005066" y="5428"/>
                    </a:lnTo>
                    <a:lnTo>
                      <a:pt x="1957626" y="2422"/>
                    </a:lnTo>
                    <a:lnTo>
                      <a:pt x="1909871" y="608"/>
                    </a:lnTo>
                    <a:lnTo>
                      <a:pt x="1861817" y="0"/>
                    </a:lnTo>
                    <a:close/>
                  </a:path>
                </a:pathLst>
              </a:custGeom>
              <a:solidFill>
                <a:srgbClr val="FFFFFF">
                  <a:alpha val="25000"/>
                </a:srgbClr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42" name="object 15">
                <a:extLst>
                  <a:ext uri="{FF2B5EF4-FFF2-40B4-BE49-F238E27FC236}">
                    <a16:creationId xmlns:a16="http://schemas.microsoft.com/office/drawing/2014/main" id="{EF049E0F-340C-44AF-71E8-DF639E28FB2B}"/>
                  </a:ext>
                </a:extLst>
              </p:cNvPr>
              <p:cNvSpPr txBox="1"/>
              <p:nvPr/>
            </p:nvSpPr>
            <p:spPr>
              <a:xfrm>
                <a:off x="10958027" y="8702020"/>
                <a:ext cx="1789435" cy="447953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697865" marR="5080" indent="-685800" algn="ctr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sz="2800" b="1" spc="-10" dirty="0">
                    <a:solidFill>
                      <a:srgbClr val="FFFCE7"/>
                    </a:solidFill>
                    <a:latin typeface="Century Gothic"/>
                    <a:cs typeface="Century Gothic"/>
                  </a:rPr>
                  <a:t>People</a:t>
                </a:r>
                <a:endParaRPr sz="2800" dirty="0">
                  <a:latin typeface="Century Gothic"/>
                  <a:cs typeface="Century Gothic"/>
                </a:endParaRPr>
              </a:p>
            </p:txBody>
          </p:sp>
        </p:grpSp>
      </p:grp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469B6DA-1928-F18A-3E80-4D0B136792E1}"/>
              </a:ext>
            </a:extLst>
          </p:cNvPr>
          <p:cNvCxnSpPr>
            <a:cxnSpLocks/>
          </p:cNvCxnSpPr>
          <p:nvPr/>
        </p:nvCxnSpPr>
        <p:spPr>
          <a:xfrm>
            <a:off x="6699250" y="1920875"/>
            <a:ext cx="8382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702878" y="1914194"/>
            <a:ext cx="8289343" cy="1520084"/>
            <a:chOff x="11702994" y="1913931"/>
            <a:chExt cx="8289925" cy="15201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702994" y="1913931"/>
              <a:ext cx="8289632" cy="150364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1702994" y="3214027"/>
              <a:ext cx="8265795" cy="220345"/>
            </a:xfrm>
            <a:custGeom>
              <a:avLst/>
              <a:gdLst/>
              <a:ahLst/>
              <a:cxnLst/>
              <a:rect l="l" t="t" r="r" b="b"/>
              <a:pathLst>
                <a:path w="8265794" h="220345">
                  <a:moveTo>
                    <a:pt x="0" y="219888"/>
                  </a:moveTo>
                  <a:lnTo>
                    <a:pt x="8265455" y="219888"/>
                  </a:lnTo>
                  <a:lnTo>
                    <a:pt x="8265455" y="0"/>
                  </a:lnTo>
                  <a:lnTo>
                    <a:pt x="0" y="0"/>
                  </a:lnTo>
                  <a:lnTo>
                    <a:pt x="0" y="219888"/>
                  </a:lnTo>
                  <a:close/>
                </a:path>
              </a:pathLst>
            </a:custGeom>
            <a:solidFill>
              <a:srgbClr val="000000">
                <a:alpha val="789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702994" y="2676735"/>
              <a:ext cx="8271509" cy="220345"/>
            </a:xfrm>
            <a:custGeom>
              <a:avLst/>
              <a:gdLst/>
              <a:ahLst/>
              <a:cxnLst/>
              <a:rect l="l" t="t" r="r" b="b"/>
              <a:pathLst>
                <a:path w="8271509" h="220344">
                  <a:moveTo>
                    <a:pt x="0" y="219888"/>
                  </a:moveTo>
                  <a:lnTo>
                    <a:pt x="8271413" y="219888"/>
                  </a:lnTo>
                  <a:lnTo>
                    <a:pt x="8271413" y="0"/>
                  </a:lnTo>
                  <a:lnTo>
                    <a:pt x="0" y="0"/>
                  </a:lnTo>
                  <a:lnTo>
                    <a:pt x="0" y="219888"/>
                  </a:lnTo>
                  <a:close/>
                </a:path>
              </a:pathLst>
            </a:custGeom>
            <a:solidFill>
              <a:srgbClr val="000000">
                <a:alpha val="789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702994" y="2138374"/>
              <a:ext cx="8265795" cy="220345"/>
            </a:xfrm>
            <a:custGeom>
              <a:avLst/>
              <a:gdLst/>
              <a:ahLst/>
              <a:cxnLst/>
              <a:rect l="l" t="t" r="r" b="b"/>
              <a:pathLst>
                <a:path w="8265794" h="220344">
                  <a:moveTo>
                    <a:pt x="0" y="219888"/>
                  </a:moveTo>
                  <a:lnTo>
                    <a:pt x="8265455" y="219888"/>
                  </a:lnTo>
                  <a:lnTo>
                    <a:pt x="8265455" y="0"/>
                  </a:lnTo>
                  <a:lnTo>
                    <a:pt x="0" y="0"/>
                  </a:lnTo>
                  <a:lnTo>
                    <a:pt x="0" y="219888"/>
                  </a:lnTo>
                  <a:close/>
                </a:path>
              </a:pathLst>
            </a:custGeom>
            <a:solidFill>
              <a:srgbClr val="000000">
                <a:alpha val="789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690180" y="1844531"/>
            <a:ext cx="5594592" cy="473205"/>
          </a:xfrm>
          <a:prstGeom prst="rect">
            <a:avLst/>
          </a:prstGeom>
        </p:spPr>
        <p:txBody>
          <a:bodyPr vert="horz" wrap="square" lIns="0" tIns="11429" rIns="0" bIns="0" rtlCol="0">
            <a:spAutoFit/>
          </a:bodyPr>
          <a:lstStyle/>
          <a:p>
            <a:pPr marL="12699">
              <a:spcBef>
                <a:spcPts val="91"/>
              </a:spcBef>
            </a:pPr>
            <a:r>
              <a:rPr sz="3000" b="1" dirty="0">
                <a:solidFill>
                  <a:srgbClr val="FFFFFF"/>
                </a:solidFill>
                <a:latin typeface="Tahoma"/>
                <a:cs typeface="Tahoma"/>
              </a:rPr>
              <a:t>Open</a:t>
            </a:r>
            <a:r>
              <a:rPr sz="3000" b="1" spc="25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000" b="1" dirty="0">
                <a:solidFill>
                  <a:srgbClr val="FFFFFF"/>
                </a:solidFill>
                <a:latin typeface="Tahoma"/>
                <a:cs typeface="Tahoma"/>
              </a:rPr>
              <a:t>Sourced,</a:t>
            </a:r>
            <a:r>
              <a:rPr sz="3000" b="1" spc="261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000" b="1" dirty="0">
                <a:solidFill>
                  <a:srgbClr val="FFFFFF"/>
                </a:solidFill>
                <a:latin typeface="Tahoma"/>
                <a:cs typeface="Tahoma"/>
              </a:rPr>
              <a:t>Free</a:t>
            </a:r>
            <a:r>
              <a:rPr sz="3000" b="1" spc="261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000" b="1" spc="-10" dirty="0">
                <a:solidFill>
                  <a:srgbClr val="FFFFFF"/>
                </a:solidFill>
                <a:latin typeface="Tahoma"/>
                <a:cs typeface="Tahoma"/>
              </a:rPr>
              <a:t>Forever!</a:t>
            </a:r>
            <a:endParaRPr sz="3000" dirty="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690180" y="2382619"/>
            <a:ext cx="2915080" cy="473205"/>
          </a:xfrm>
          <a:prstGeom prst="rect">
            <a:avLst/>
          </a:prstGeom>
        </p:spPr>
        <p:txBody>
          <a:bodyPr vert="horz" wrap="square" lIns="0" tIns="11429" rIns="0" bIns="0" rtlCol="0">
            <a:spAutoFit/>
          </a:bodyPr>
          <a:lstStyle/>
          <a:p>
            <a:pPr marL="12699">
              <a:spcBef>
                <a:spcPts val="91"/>
              </a:spcBef>
            </a:pPr>
            <a:r>
              <a:rPr sz="3000" b="1" spc="-20" dirty="0">
                <a:solidFill>
                  <a:srgbClr val="FFFFFF"/>
                </a:solidFill>
                <a:latin typeface="Tahoma"/>
                <a:cs typeface="Tahoma"/>
              </a:rPr>
              <a:t>Owned</a:t>
            </a:r>
            <a:r>
              <a:rPr sz="3000" b="1" spc="96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000" b="1" dirty="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sz="3000" b="1" spc="101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000" b="1" spc="-25" dirty="0">
                <a:solidFill>
                  <a:srgbClr val="FFFFFF"/>
                </a:solidFill>
                <a:latin typeface="Tahoma"/>
                <a:cs typeface="Tahoma"/>
              </a:rPr>
              <a:t>You!</a:t>
            </a:r>
            <a:endParaRPr sz="3000" dirty="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690181" y="2920705"/>
            <a:ext cx="3665596" cy="473205"/>
          </a:xfrm>
          <a:prstGeom prst="rect">
            <a:avLst/>
          </a:prstGeom>
        </p:spPr>
        <p:txBody>
          <a:bodyPr vert="horz" wrap="square" lIns="0" tIns="11429" rIns="0" bIns="0" rtlCol="0">
            <a:spAutoFit/>
          </a:bodyPr>
          <a:lstStyle/>
          <a:p>
            <a:pPr marL="12699">
              <a:spcBef>
                <a:spcPts val="91"/>
              </a:spcBef>
            </a:pPr>
            <a:r>
              <a:rPr sz="3000" b="1" dirty="0">
                <a:solidFill>
                  <a:srgbClr val="FFFFFF"/>
                </a:solidFill>
                <a:latin typeface="Tahoma"/>
                <a:cs typeface="Tahoma"/>
              </a:rPr>
              <a:t>Controlled</a:t>
            </a:r>
            <a:r>
              <a:rPr sz="3000" b="1" spc="48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000" b="1" dirty="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sz="3000" b="1" spc="4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000" b="1" spc="-35" dirty="0">
                <a:solidFill>
                  <a:srgbClr val="FFFFFF"/>
                </a:solidFill>
                <a:latin typeface="Tahoma"/>
                <a:cs typeface="Tahoma"/>
              </a:rPr>
              <a:t>You!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title"/>
          </p:nvPr>
        </p:nvSpPr>
        <p:spPr>
          <a:xfrm>
            <a:off x="-1892346" y="288188"/>
            <a:ext cx="19447788" cy="1019336"/>
          </a:xfrm>
          <a:prstGeom prst="rect">
            <a:avLst/>
          </a:prstGeom>
        </p:spPr>
        <p:txBody>
          <a:bodyPr vert="horz" wrap="square" lIns="0" tIns="305834" rIns="0" bIns="0" rtlCol="0">
            <a:spAutoFit/>
          </a:bodyPr>
          <a:lstStyle/>
          <a:p>
            <a:pPr marL="2719579" algn="l">
              <a:spcBef>
                <a:spcPts val="96"/>
              </a:spcBef>
            </a:pPr>
            <a:r>
              <a:rPr sz="4617" spc="-101" dirty="0">
                <a:solidFill>
                  <a:srgbClr val="BD4A5F"/>
                </a:solidFill>
              </a:rPr>
              <a:t>S</a:t>
            </a:r>
            <a:r>
              <a:rPr sz="4617" spc="-101" dirty="0"/>
              <a:t>imple,</a:t>
            </a:r>
            <a:r>
              <a:rPr sz="4617" spc="-160" dirty="0"/>
              <a:t> </a:t>
            </a:r>
            <a:r>
              <a:rPr sz="4617" spc="-155" dirty="0">
                <a:solidFill>
                  <a:srgbClr val="BD4A5F"/>
                </a:solidFill>
              </a:rPr>
              <a:t>P</a:t>
            </a:r>
            <a:r>
              <a:rPr sz="4617" spc="-155" dirty="0"/>
              <a:t>owerful,</a:t>
            </a:r>
            <a:r>
              <a:rPr sz="4617" spc="-106" dirty="0"/>
              <a:t> </a:t>
            </a:r>
            <a:r>
              <a:rPr sz="4617" spc="-49" dirty="0"/>
              <a:t>and</a:t>
            </a:r>
            <a:r>
              <a:rPr sz="4617" spc="-209" dirty="0"/>
              <a:t> </a:t>
            </a:r>
            <a:r>
              <a:rPr sz="4617" spc="-130" dirty="0">
                <a:solidFill>
                  <a:srgbClr val="BD4A5F"/>
                </a:solidFill>
              </a:rPr>
              <a:t>T</a:t>
            </a:r>
            <a:r>
              <a:rPr sz="4617" spc="-130" dirty="0"/>
              <a:t>ailored </a:t>
            </a:r>
            <a:r>
              <a:rPr sz="4617" dirty="0"/>
              <a:t>to</a:t>
            </a:r>
            <a:r>
              <a:rPr sz="4617" spc="-165" dirty="0"/>
              <a:t> </a:t>
            </a:r>
            <a:r>
              <a:rPr sz="4617" spc="-219" dirty="0"/>
              <a:t>Your</a:t>
            </a:r>
            <a:r>
              <a:rPr sz="4617" spc="-40" dirty="0"/>
              <a:t> </a:t>
            </a:r>
            <a:r>
              <a:rPr sz="4617" spc="-25" dirty="0">
                <a:solidFill>
                  <a:srgbClr val="BD4A5F"/>
                </a:solidFill>
              </a:rPr>
              <a:t>Needs</a:t>
            </a:r>
            <a:r>
              <a:rPr sz="4617" spc="-135" dirty="0">
                <a:solidFill>
                  <a:srgbClr val="BD4A5F"/>
                </a:solidFill>
              </a:rPr>
              <a:t> </a:t>
            </a:r>
            <a:r>
              <a:rPr sz="4617" spc="-49" dirty="0"/>
              <a:t>!</a:t>
            </a:r>
            <a:endParaRPr sz="4617" dirty="0"/>
          </a:p>
        </p:txBody>
      </p:sp>
      <p:grpSp>
        <p:nvGrpSpPr>
          <p:cNvPr id="69" name="object 69"/>
          <p:cNvGrpSpPr/>
          <p:nvPr/>
        </p:nvGrpSpPr>
        <p:grpSpPr>
          <a:xfrm>
            <a:off x="10944108" y="3856764"/>
            <a:ext cx="8292517" cy="7451836"/>
            <a:chOff x="10944169" y="3856636"/>
            <a:chExt cx="8293100" cy="7452359"/>
          </a:xfrm>
        </p:grpSpPr>
        <p:pic>
          <p:nvPicPr>
            <p:cNvPr id="70" name="object 7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44169" y="3856636"/>
              <a:ext cx="8292941" cy="7451919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11702952" y="4603827"/>
              <a:ext cx="6652259" cy="6652895"/>
            </a:xfrm>
            <a:custGeom>
              <a:avLst/>
              <a:gdLst/>
              <a:ahLst/>
              <a:cxnLst/>
              <a:rect l="l" t="t" r="r" b="b"/>
              <a:pathLst>
                <a:path w="6652259" h="6652895">
                  <a:moveTo>
                    <a:pt x="5063238" y="0"/>
                  </a:moveTo>
                  <a:lnTo>
                    <a:pt x="1588538" y="0"/>
                  </a:lnTo>
                  <a:lnTo>
                    <a:pt x="1539972" y="728"/>
                  </a:lnTo>
                  <a:lnTo>
                    <a:pt x="1491768" y="2899"/>
                  </a:lnTo>
                  <a:lnTo>
                    <a:pt x="1443948" y="6491"/>
                  </a:lnTo>
                  <a:lnTo>
                    <a:pt x="1396532" y="11485"/>
                  </a:lnTo>
                  <a:lnTo>
                    <a:pt x="1349541" y="17859"/>
                  </a:lnTo>
                  <a:lnTo>
                    <a:pt x="1302996" y="25593"/>
                  </a:lnTo>
                  <a:lnTo>
                    <a:pt x="1256917" y="34665"/>
                  </a:lnTo>
                  <a:lnTo>
                    <a:pt x="1211325" y="45056"/>
                  </a:lnTo>
                  <a:lnTo>
                    <a:pt x="1166242" y="56744"/>
                  </a:lnTo>
                  <a:lnTo>
                    <a:pt x="1121687" y="69708"/>
                  </a:lnTo>
                  <a:lnTo>
                    <a:pt x="1077681" y="83928"/>
                  </a:lnTo>
                  <a:lnTo>
                    <a:pt x="1034246" y="99383"/>
                  </a:lnTo>
                  <a:lnTo>
                    <a:pt x="991401" y="116052"/>
                  </a:lnTo>
                  <a:lnTo>
                    <a:pt x="949169" y="133914"/>
                  </a:lnTo>
                  <a:lnTo>
                    <a:pt x="907569" y="152949"/>
                  </a:lnTo>
                  <a:lnTo>
                    <a:pt x="866622" y="173136"/>
                  </a:lnTo>
                  <a:lnTo>
                    <a:pt x="826350" y="194454"/>
                  </a:lnTo>
                  <a:lnTo>
                    <a:pt x="786773" y="216882"/>
                  </a:lnTo>
                  <a:lnTo>
                    <a:pt x="747911" y="240400"/>
                  </a:lnTo>
                  <a:lnTo>
                    <a:pt x="709785" y="264986"/>
                  </a:lnTo>
                  <a:lnTo>
                    <a:pt x="672417" y="290620"/>
                  </a:lnTo>
                  <a:lnTo>
                    <a:pt x="635827" y="317282"/>
                  </a:lnTo>
                  <a:lnTo>
                    <a:pt x="600035" y="344950"/>
                  </a:lnTo>
                  <a:lnTo>
                    <a:pt x="565063" y="373604"/>
                  </a:lnTo>
                  <a:lnTo>
                    <a:pt x="530931" y="403223"/>
                  </a:lnTo>
                  <a:lnTo>
                    <a:pt x="497661" y="433786"/>
                  </a:lnTo>
                  <a:lnTo>
                    <a:pt x="465272" y="465272"/>
                  </a:lnTo>
                  <a:lnTo>
                    <a:pt x="433786" y="497661"/>
                  </a:lnTo>
                  <a:lnTo>
                    <a:pt x="403223" y="530931"/>
                  </a:lnTo>
                  <a:lnTo>
                    <a:pt x="373604" y="565063"/>
                  </a:lnTo>
                  <a:lnTo>
                    <a:pt x="344950" y="600035"/>
                  </a:lnTo>
                  <a:lnTo>
                    <a:pt x="317282" y="635827"/>
                  </a:lnTo>
                  <a:lnTo>
                    <a:pt x="290620" y="672417"/>
                  </a:lnTo>
                  <a:lnTo>
                    <a:pt x="264986" y="709785"/>
                  </a:lnTo>
                  <a:lnTo>
                    <a:pt x="240400" y="747911"/>
                  </a:lnTo>
                  <a:lnTo>
                    <a:pt x="216882" y="786773"/>
                  </a:lnTo>
                  <a:lnTo>
                    <a:pt x="194454" y="826350"/>
                  </a:lnTo>
                  <a:lnTo>
                    <a:pt x="173136" y="866622"/>
                  </a:lnTo>
                  <a:lnTo>
                    <a:pt x="152949" y="907569"/>
                  </a:lnTo>
                  <a:lnTo>
                    <a:pt x="133914" y="949169"/>
                  </a:lnTo>
                  <a:lnTo>
                    <a:pt x="116052" y="991401"/>
                  </a:lnTo>
                  <a:lnTo>
                    <a:pt x="99383" y="1034246"/>
                  </a:lnTo>
                  <a:lnTo>
                    <a:pt x="83928" y="1077681"/>
                  </a:lnTo>
                  <a:lnTo>
                    <a:pt x="69708" y="1121687"/>
                  </a:lnTo>
                  <a:lnTo>
                    <a:pt x="56744" y="1166242"/>
                  </a:lnTo>
                  <a:lnTo>
                    <a:pt x="45056" y="1211325"/>
                  </a:lnTo>
                  <a:lnTo>
                    <a:pt x="34665" y="1256917"/>
                  </a:lnTo>
                  <a:lnTo>
                    <a:pt x="25593" y="1302996"/>
                  </a:lnTo>
                  <a:lnTo>
                    <a:pt x="17859" y="1349541"/>
                  </a:lnTo>
                  <a:lnTo>
                    <a:pt x="11485" y="1396532"/>
                  </a:lnTo>
                  <a:lnTo>
                    <a:pt x="6491" y="1443948"/>
                  </a:lnTo>
                  <a:lnTo>
                    <a:pt x="2899" y="1491768"/>
                  </a:lnTo>
                  <a:lnTo>
                    <a:pt x="728" y="1539972"/>
                  </a:lnTo>
                  <a:lnTo>
                    <a:pt x="0" y="1588538"/>
                  </a:lnTo>
                  <a:lnTo>
                    <a:pt x="0" y="6652875"/>
                  </a:lnTo>
                  <a:lnTo>
                    <a:pt x="6651776" y="6652875"/>
                  </a:lnTo>
                  <a:lnTo>
                    <a:pt x="6651776" y="1588538"/>
                  </a:lnTo>
                  <a:lnTo>
                    <a:pt x="6651048" y="1539972"/>
                  </a:lnTo>
                  <a:lnTo>
                    <a:pt x="6648877" y="1491768"/>
                  </a:lnTo>
                  <a:lnTo>
                    <a:pt x="6645284" y="1443948"/>
                  </a:lnTo>
                  <a:lnTo>
                    <a:pt x="6640290" y="1396532"/>
                  </a:lnTo>
                  <a:lnTo>
                    <a:pt x="6633916" y="1349541"/>
                  </a:lnTo>
                  <a:lnTo>
                    <a:pt x="6626183" y="1302996"/>
                  </a:lnTo>
                  <a:lnTo>
                    <a:pt x="6617110" y="1256917"/>
                  </a:lnTo>
                  <a:lnTo>
                    <a:pt x="6606720" y="1211325"/>
                  </a:lnTo>
                  <a:lnTo>
                    <a:pt x="6595032" y="1166242"/>
                  </a:lnTo>
                  <a:lnTo>
                    <a:pt x="6582068" y="1121687"/>
                  </a:lnTo>
                  <a:lnTo>
                    <a:pt x="6567848" y="1077681"/>
                  </a:lnTo>
                  <a:lnTo>
                    <a:pt x="6552393" y="1034246"/>
                  </a:lnTo>
                  <a:lnTo>
                    <a:pt x="6535724" y="991401"/>
                  </a:lnTo>
                  <a:lnTo>
                    <a:pt x="6517862" y="949169"/>
                  </a:lnTo>
                  <a:lnTo>
                    <a:pt x="6498827" y="907569"/>
                  </a:lnTo>
                  <a:lnTo>
                    <a:pt x="6478640" y="866622"/>
                  </a:lnTo>
                  <a:lnTo>
                    <a:pt x="6457322" y="826350"/>
                  </a:lnTo>
                  <a:lnTo>
                    <a:pt x="6434894" y="786773"/>
                  </a:lnTo>
                  <a:lnTo>
                    <a:pt x="6411376" y="747911"/>
                  </a:lnTo>
                  <a:lnTo>
                    <a:pt x="6386790" y="709785"/>
                  </a:lnTo>
                  <a:lnTo>
                    <a:pt x="6361155" y="672417"/>
                  </a:lnTo>
                  <a:lnTo>
                    <a:pt x="6334493" y="635827"/>
                  </a:lnTo>
                  <a:lnTo>
                    <a:pt x="6306825" y="600035"/>
                  </a:lnTo>
                  <a:lnTo>
                    <a:pt x="6278171" y="565063"/>
                  </a:lnTo>
                  <a:lnTo>
                    <a:pt x="6248553" y="530931"/>
                  </a:lnTo>
                  <a:lnTo>
                    <a:pt x="6217990" y="497661"/>
                  </a:lnTo>
                  <a:lnTo>
                    <a:pt x="6186504" y="465272"/>
                  </a:lnTo>
                  <a:lnTo>
                    <a:pt x="6154115" y="433786"/>
                  </a:lnTo>
                  <a:lnTo>
                    <a:pt x="6120844" y="403223"/>
                  </a:lnTo>
                  <a:lnTo>
                    <a:pt x="6086712" y="373604"/>
                  </a:lnTo>
                  <a:lnTo>
                    <a:pt x="6051740" y="344950"/>
                  </a:lnTo>
                  <a:lnTo>
                    <a:pt x="6015949" y="317282"/>
                  </a:lnTo>
                  <a:lnTo>
                    <a:pt x="5979359" y="290620"/>
                  </a:lnTo>
                  <a:lnTo>
                    <a:pt x="5941990" y="264986"/>
                  </a:lnTo>
                  <a:lnTo>
                    <a:pt x="5903865" y="240400"/>
                  </a:lnTo>
                  <a:lnTo>
                    <a:pt x="5865003" y="216882"/>
                  </a:lnTo>
                  <a:lnTo>
                    <a:pt x="5825425" y="194454"/>
                  </a:lnTo>
                  <a:lnTo>
                    <a:pt x="5785153" y="173136"/>
                  </a:lnTo>
                  <a:lnTo>
                    <a:pt x="5744207" y="152949"/>
                  </a:lnTo>
                  <a:lnTo>
                    <a:pt x="5702607" y="133914"/>
                  </a:lnTo>
                  <a:lnTo>
                    <a:pt x="5660374" y="116052"/>
                  </a:lnTo>
                  <a:lnTo>
                    <a:pt x="5617530" y="99383"/>
                  </a:lnTo>
                  <a:lnTo>
                    <a:pt x="5574095" y="83928"/>
                  </a:lnTo>
                  <a:lnTo>
                    <a:pt x="5530089" y="69708"/>
                  </a:lnTo>
                  <a:lnTo>
                    <a:pt x="5485534" y="56744"/>
                  </a:lnTo>
                  <a:lnTo>
                    <a:pt x="5440450" y="45056"/>
                  </a:lnTo>
                  <a:lnTo>
                    <a:pt x="5394858" y="34665"/>
                  </a:lnTo>
                  <a:lnTo>
                    <a:pt x="5348779" y="25593"/>
                  </a:lnTo>
                  <a:lnTo>
                    <a:pt x="5302234" y="17859"/>
                  </a:lnTo>
                  <a:lnTo>
                    <a:pt x="5255243" y="11485"/>
                  </a:lnTo>
                  <a:lnTo>
                    <a:pt x="5207827" y="6491"/>
                  </a:lnTo>
                  <a:lnTo>
                    <a:pt x="5160007" y="2899"/>
                  </a:lnTo>
                  <a:lnTo>
                    <a:pt x="5111804" y="728"/>
                  </a:lnTo>
                  <a:lnTo>
                    <a:pt x="5063238" y="0"/>
                  </a:lnTo>
                  <a:close/>
                </a:path>
              </a:pathLst>
            </a:custGeom>
            <a:solidFill>
              <a:srgbClr val="3448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1702952" y="4603827"/>
              <a:ext cx="6652259" cy="6652895"/>
            </a:xfrm>
            <a:custGeom>
              <a:avLst/>
              <a:gdLst/>
              <a:ahLst/>
              <a:cxnLst/>
              <a:rect l="l" t="t" r="r" b="b"/>
              <a:pathLst>
                <a:path w="6652259" h="6652895">
                  <a:moveTo>
                    <a:pt x="6651776" y="6652875"/>
                  </a:moveTo>
                  <a:lnTo>
                    <a:pt x="0" y="6652875"/>
                  </a:lnTo>
                  <a:lnTo>
                    <a:pt x="0" y="1588538"/>
                  </a:lnTo>
                  <a:lnTo>
                    <a:pt x="728" y="1539972"/>
                  </a:lnTo>
                  <a:lnTo>
                    <a:pt x="2899" y="1491768"/>
                  </a:lnTo>
                  <a:lnTo>
                    <a:pt x="6491" y="1443948"/>
                  </a:lnTo>
                  <a:lnTo>
                    <a:pt x="11485" y="1396532"/>
                  </a:lnTo>
                  <a:lnTo>
                    <a:pt x="17859" y="1349541"/>
                  </a:lnTo>
                  <a:lnTo>
                    <a:pt x="25593" y="1302996"/>
                  </a:lnTo>
                  <a:lnTo>
                    <a:pt x="34665" y="1256917"/>
                  </a:lnTo>
                  <a:lnTo>
                    <a:pt x="45056" y="1211325"/>
                  </a:lnTo>
                  <a:lnTo>
                    <a:pt x="56744" y="1166242"/>
                  </a:lnTo>
                  <a:lnTo>
                    <a:pt x="69708" y="1121687"/>
                  </a:lnTo>
                  <a:lnTo>
                    <a:pt x="83928" y="1077681"/>
                  </a:lnTo>
                  <a:lnTo>
                    <a:pt x="99383" y="1034246"/>
                  </a:lnTo>
                  <a:lnTo>
                    <a:pt x="116052" y="991401"/>
                  </a:lnTo>
                  <a:lnTo>
                    <a:pt x="133914" y="949169"/>
                  </a:lnTo>
                  <a:lnTo>
                    <a:pt x="152949" y="907569"/>
                  </a:lnTo>
                  <a:lnTo>
                    <a:pt x="173136" y="866622"/>
                  </a:lnTo>
                  <a:lnTo>
                    <a:pt x="194454" y="826350"/>
                  </a:lnTo>
                  <a:lnTo>
                    <a:pt x="216882" y="786773"/>
                  </a:lnTo>
                  <a:lnTo>
                    <a:pt x="240400" y="747911"/>
                  </a:lnTo>
                  <a:lnTo>
                    <a:pt x="264986" y="709785"/>
                  </a:lnTo>
                  <a:lnTo>
                    <a:pt x="290620" y="672417"/>
                  </a:lnTo>
                  <a:lnTo>
                    <a:pt x="317282" y="635827"/>
                  </a:lnTo>
                  <a:lnTo>
                    <a:pt x="344950" y="600035"/>
                  </a:lnTo>
                  <a:lnTo>
                    <a:pt x="373604" y="565063"/>
                  </a:lnTo>
                  <a:lnTo>
                    <a:pt x="403223" y="530931"/>
                  </a:lnTo>
                  <a:lnTo>
                    <a:pt x="433786" y="497661"/>
                  </a:lnTo>
                  <a:lnTo>
                    <a:pt x="465272" y="465272"/>
                  </a:lnTo>
                  <a:lnTo>
                    <a:pt x="497661" y="433786"/>
                  </a:lnTo>
                  <a:lnTo>
                    <a:pt x="530931" y="403223"/>
                  </a:lnTo>
                  <a:lnTo>
                    <a:pt x="565063" y="373604"/>
                  </a:lnTo>
                  <a:lnTo>
                    <a:pt x="600035" y="344950"/>
                  </a:lnTo>
                  <a:lnTo>
                    <a:pt x="635827" y="317282"/>
                  </a:lnTo>
                  <a:lnTo>
                    <a:pt x="672417" y="290620"/>
                  </a:lnTo>
                  <a:lnTo>
                    <a:pt x="709785" y="264986"/>
                  </a:lnTo>
                  <a:lnTo>
                    <a:pt x="747911" y="240400"/>
                  </a:lnTo>
                  <a:lnTo>
                    <a:pt x="786773" y="216882"/>
                  </a:lnTo>
                  <a:lnTo>
                    <a:pt x="826350" y="194454"/>
                  </a:lnTo>
                  <a:lnTo>
                    <a:pt x="866622" y="173136"/>
                  </a:lnTo>
                  <a:lnTo>
                    <a:pt x="907569" y="152949"/>
                  </a:lnTo>
                  <a:lnTo>
                    <a:pt x="949169" y="133914"/>
                  </a:lnTo>
                  <a:lnTo>
                    <a:pt x="991401" y="116052"/>
                  </a:lnTo>
                  <a:lnTo>
                    <a:pt x="1034246" y="99383"/>
                  </a:lnTo>
                  <a:lnTo>
                    <a:pt x="1077681" y="83928"/>
                  </a:lnTo>
                  <a:lnTo>
                    <a:pt x="1121687" y="69708"/>
                  </a:lnTo>
                  <a:lnTo>
                    <a:pt x="1166242" y="56744"/>
                  </a:lnTo>
                  <a:lnTo>
                    <a:pt x="1211325" y="45056"/>
                  </a:lnTo>
                  <a:lnTo>
                    <a:pt x="1256917" y="34665"/>
                  </a:lnTo>
                  <a:lnTo>
                    <a:pt x="1302996" y="25593"/>
                  </a:lnTo>
                  <a:lnTo>
                    <a:pt x="1349541" y="17859"/>
                  </a:lnTo>
                  <a:lnTo>
                    <a:pt x="1396532" y="11485"/>
                  </a:lnTo>
                  <a:lnTo>
                    <a:pt x="1443948" y="6491"/>
                  </a:lnTo>
                  <a:lnTo>
                    <a:pt x="1491768" y="2899"/>
                  </a:lnTo>
                  <a:lnTo>
                    <a:pt x="1539972" y="728"/>
                  </a:lnTo>
                  <a:lnTo>
                    <a:pt x="1588538" y="0"/>
                  </a:lnTo>
                  <a:lnTo>
                    <a:pt x="5063238" y="0"/>
                  </a:lnTo>
                  <a:lnTo>
                    <a:pt x="5111804" y="728"/>
                  </a:lnTo>
                  <a:lnTo>
                    <a:pt x="5160007" y="2899"/>
                  </a:lnTo>
                  <a:lnTo>
                    <a:pt x="5207827" y="6491"/>
                  </a:lnTo>
                  <a:lnTo>
                    <a:pt x="5255243" y="11485"/>
                  </a:lnTo>
                  <a:lnTo>
                    <a:pt x="5302234" y="17859"/>
                  </a:lnTo>
                  <a:lnTo>
                    <a:pt x="5348779" y="25593"/>
                  </a:lnTo>
                  <a:lnTo>
                    <a:pt x="5394858" y="34665"/>
                  </a:lnTo>
                  <a:lnTo>
                    <a:pt x="5440450" y="45056"/>
                  </a:lnTo>
                  <a:lnTo>
                    <a:pt x="5485534" y="56744"/>
                  </a:lnTo>
                  <a:lnTo>
                    <a:pt x="5530089" y="69708"/>
                  </a:lnTo>
                  <a:lnTo>
                    <a:pt x="5574095" y="83928"/>
                  </a:lnTo>
                  <a:lnTo>
                    <a:pt x="5617530" y="99383"/>
                  </a:lnTo>
                  <a:lnTo>
                    <a:pt x="5660374" y="116052"/>
                  </a:lnTo>
                  <a:lnTo>
                    <a:pt x="5702607" y="133914"/>
                  </a:lnTo>
                  <a:lnTo>
                    <a:pt x="5744207" y="152949"/>
                  </a:lnTo>
                  <a:lnTo>
                    <a:pt x="5785153" y="173136"/>
                  </a:lnTo>
                  <a:lnTo>
                    <a:pt x="5825425" y="194454"/>
                  </a:lnTo>
                  <a:lnTo>
                    <a:pt x="5865003" y="216882"/>
                  </a:lnTo>
                  <a:lnTo>
                    <a:pt x="5903865" y="240400"/>
                  </a:lnTo>
                  <a:lnTo>
                    <a:pt x="5941990" y="264986"/>
                  </a:lnTo>
                  <a:lnTo>
                    <a:pt x="5979359" y="290620"/>
                  </a:lnTo>
                  <a:lnTo>
                    <a:pt x="6015949" y="317282"/>
                  </a:lnTo>
                  <a:lnTo>
                    <a:pt x="6051740" y="344950"/>
                  </a:lnTo>
                  <a:lnTo>
                    <a:pt x="6086712" y="373604"/>
                  </a:lnTo>
                  <a:lnTo>
                    <a:pt x="6120844" y="403223"/>
                  </a:lnTo>
                  <a:lnTo>
                    <a:pt x="6154115" y="433786"/>
                  </a:lnTo>
                  <a:lnTo>
                    <a:pt x="6186504" y="465272"/>
                  </a:lnTo>
                  <a:lnTo>
                    <a:pt x="6217990" y="497661"/>
                  </a:lnTo>
                  <a:lnTo>
                    <a:pt x="6248553" y="530931"/>
                  </a:lnTo>
                  <a:lnTo>
                    <a:pt x="6278171" y="565063"/>
                  </a:lnTo>
                  <a:lnTo>
                    <a:pt x="6306825" y="600035"/>
                  </a:lnTo>
                  <a:lnTo>
                    <a:pt x="6334493" y="635827"/>
                  </a:lnTo>
                  <a:lnTo>
                    <a:pt x="6361155" y="672417"/>
                  </a:lnTo>
                  <a:lnTo>
                    <a:pt x="6386790" y="709785"/>
                  </a:lnTo>
                  <a:lnTo>
                    <a:pt x="6411376" y="747911"/>
                  </a:lnTo>
                  <a:lnTo>
                    <a:pt x="6434894" y="786773"/>
                  </a:lnTo>
                  <a:lnTo>
                    <a:pt x="6457322" y="826350"/>
                  </a:lnTo>
                  <a:lnTo>
                    <a:pt x="6478640" y="866622"/>
                  </a:lnTo>
                  <a:lnTo>
                    <a:pt x="6498827" y="907569"/>
                  </a:lnTo>
                  <a:lnTo>
                    <a:pt x="6517862" y="949169"/>
                  </a:lnTo>
                  <a:lnTo>
                    <a:pt x="6535724" y="991401"/>
                  </a:lnTo>
                  <a:lnTo>
                    <a:pt x="6552393" y="1034246"/>
                  </a:lnTo>
                  <a:lnTo>
                    <a:pt x="6567848" y="1077681"/>
                  </a:lnTo>
                  <a:lnTo>
                    <a:pt x="6582068" y="1121687"/>
                  </a:lnTo>
                  <a:lnTo>
                    <a:pt x="6595032" y="1166242"/>
                  </a:lnTo>
                  <a:lnTo>
                    <a:pt x="6606720" y="1211325"/>
                  </a:lnTo>
                  <a:lnTo>
                    <a:pt x="6617110" y="1256917"/>
                  </a:lnTo>
                  <a:lnTo>
                    <a:pt x="6626183" y="1302996"/>
                  </a:lnTo>
                  <a:lnTo>
                    <a:pt x="6633916" y="1349541"/>
                  </a:lnTo>
                  <a:lnTo>
                    <a:pt x="6640290" y="1396532"/>
                  </a:lnTo>
                  <a:lnTo>
                    <a:pt x="6645284" y="1443948"/>
                  </a:lnTo>
                  <a:lnTo>
                    <a:pt x="6648877" y="1491768"/>
                  </a:lnTo>
                  <a:lnTo>
                    <a:pt x="6651048" y="1539972"/>
                  </a:lnTo>
                  <a:lnTo>
                    <a:pt x="6651776" y="1588538"/>
                  </a:lnTo>
                  <a:lnTo>
                    <a:pt x="6651776" y="6652875"/>
                  </a:lnTo>
                  <a:close/>
                </a:path>
              </a:pathLst>
            </a:custGeom>
            <a:ln w="5235">
              <a:solidFill>
                <a:srgbClr val="BD4A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12815630" y="9305371"/>
              <a:ext cx="4426585" cy="0"/>
            </a:xfrm>
            <a:custGeom>
              <a:avLst/>
              <a:gdLst/>
              <a:ahLst/>
              <a:cxnLst/>
              <a:rect l="l" t="t" r="r" b="b"/>
              <a:pathLst>
                <a:path w="4426584">
                  <a:moveTo>
                    <a:pt x="0" y="0"/>
                  </a:moveTo>
                  <a:lnTo>
                    <a:pt x="4426210" y="0"/>
                  </a:lnTo>
                </a:path>
              </a:pathLst>
            </a:custGeom>
            <a:ln w="2094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13530938" y="10678528"/>
            <a:ext cx="2948098" cy="291873"/>
          </a:xfrm>
          <a:prstGeom prst="rect">
            <a:avLst/>
          </a:prstGeom>
        </p:spPr>
        <p:txBody>
          <a:bodyPr vert="horz" wrap="square" lIns="0" tIns="14603" rIns="0" bIns="0" rtlCol="0">
            <a:spAutoFit/>
          </a:bodyPr>
          <a:lstStyle/>
          <a:p>
            <a:pPr marL="12699">
              <a:spcBef>
                <a:spcPts val="114"/>
              </a:spcBef>
            </a:pPr>
            <a:r>
              <a:rPr sz="1801" b="1" spc="-81" dirty="0">
                <a:solidFill>
                  <a:srgbClr val="FFFFFF"/>
                </a:solidFill>
                <a:latin typeface="Tahoma"/>
                <a:cs typeface="Tahoma"/>
              </a:rPr>
              <a:t>Trusted</a:t>
            </a:r>
            <a:r>
              <a:rPr sz="1801" b="1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1" b="1" dirty="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sz="1801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1" b="1" spc="-300" dirty="0">
                <a:solidFill>
                  <a:srgbClr val="FFFFFF"/>
                </a:solidFill>
                <a:latin typeface="Tahoma"/>
                <a:cs typeface="Tahoma"/>
              </a:rPr>
              <a:t>12</a:t>
            </a:r>
            <a:r>
              <a:rPr sz="1801" b="1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1" b="1" spc="-54" dirty="0">
                <a:solidFill>
                  <a:srgbClr val="FFFFFF"/>
                </a:solidFill>
                <a:latin typeface="Tahoma"/>
                <a:cs typeface="Tahoma"/>
              </a:rPr>
              <a:t>Million</a:t>
            </a:r>
            <a:r>
              <a:rPr sz="1801" b="1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1" b="1" spc="-10" dirty="0">
                <a:solidFill>
                  <a:srgbClr val="FFFFFF"/>
                </a:solidFill>
                <a:latin typeface="Tahoma"/>
                <a:cs typeface="Tahoma"/>
              </a:rPr>
              <a:t>Users</a:t>
            </a:r>
            <a:endParaRPr sz="1801">
              <a:latin typeface="Tahoma"/>
              <a:cs typeface="Tahoma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4063868" y="9517267"/>
            <a:ext cx="1873754" cy="406391"/>
          </a:xfrm>
          <a:prstGeom prst="rect">
            <a:avLst/>
          </a:prstGeom>
        </p:spPr>
        <p:txBody>
          <a:bodyPr vert="horz" wrap="square" lIns="0" tIns="13968" rIns="0" bIns="0" rtlCol="0">
            <a:spAutoFit/>
          </a:bodyPr>
          <a:lstStyle/>
          <a:p>
            <a:pPr marL="12699">
              <a:spcBef>
                <a:spcPts val="110"/>
              </a:spcBef>
            </a:pPr>
            <a:r>
              <a:rPr sz="2549" b="1" spc="-86" dirty="0">
                <a:solidFill>
                  <a:srgbClr val="EDEDED"/>
                </a:solidFill>
                <a:latin typeface="Tahoma"/>
                <a:cs typeface="Tahoma"/>
              </a:rPr>
              <a:t>Powered</a:t>
            </a:r>
            <a:r>
              <a:rPr sz="2549" b="1" spc="-54" dirty="0">
                <a:solidFill>
                  <a:srgbClr val="EDEDED"/>
                </a:solidFill>
                <a:latin typeface="Tahoma"/>
                <a:cs typeface="Tahoma"/>
              </a:rPr>
              <a:t> </a:t>
            </a:r>
            <a:r>
              <a:rPr sz="2549" b="1" spc="-35" dirty="0">
                <a:solidFill>
                  <a:srgbClr val="EDEDED"/>
                </a:solidFill>
                <a:latin typeface="Tahoma"/>
                <a:cs typeface="Tahoma"/>
              </a:rPr>
              <a:t>by</a:t>
            </a:r>
            <a:endParaRPr sz="2549">
              <a:latin typeface="Tahoma"/>
              <a:cs typeface="Tahoma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12804960" y="5711272"/>
            <a:ext cx="4447227" cy="4847885"/>
            <a:chOff x="12805153" y="5711276"/>
            <a:chExt cx="4447540" cy="4848225"/>
          </a:xfrm>
        </p:grpSpPr>
        <p:pic>
          <p:nvPicPr>
            <p:cNvPr id="77" name="object 7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196845" y="10047264"/>
              <a:ext cx="1621898" cy="511903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12815630" y="7156944"/>
              <a:ext cx="4426585" cy="0"/>
            </a:xfrm>
            <a:custGeom>
              <a:avLst/>
              <a:gdLst/>
              <a:ahLst/>
              <a:cxnLst/>
              <a:rect l="l" t="t" r="r" b="b"/>
              <a:pathLst>
                <a:path w="4426584">
                  <a:moveTo>
                    <a:pt x="0" y="0"/>
                  </a:moveTo>
                  <a:lnTo>
                    <a:pt x="4426210" y="0"/>
                  </a:lnTo>
                </a:path>
              </a:pathLst>
            </a:custGeom>
            <a:ln w="2094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400264" y="5711276"/>
              <a:ext cx="858204" cy="960017"/>
            </a:xfrm>
            <a:prstGeom prst="rect">
              <a:avLst/>
            </a:prstGeom>
          </p:spPr>
        </p:pic>
      </p:grpSp>
      <p:sp>
        <p:nvSpPr>
          <p:cNvPr id="80" name="object 80"/>
          <p:cNvSpPr txBox="1"/>
          <p:nvPr/>
        </p:nvSpPr>
        <p:spPr>
          <a:xfrm>
            <a:off x="13144901" y="7374184"/>
            <a:ext cx="3724014" cy="406391"/>
          </a:xfrm>
          <a:prstGeom prst="rect">
            <a:avLst/>
          </a:prstGeom>
        </p:spPr>
        <p:txBody>
          <a:bodyPr vert="horz" wrap="square" lIns="0" tIns="13968" rIns="0" bIns="0" rtlCol="0">
            <a:spAutoFit/>
          </a:bodyPr>
          <a:lstStyle/>
          <a:p>
            <a:pPr marL="12699">
              <a:spcBef>
                <a:spcPts val="110"/>
              </a:spcBef>
            </a:pPr>
            <a:r>
              <a:rPr sz="2549" b="1" spc="-49" dirty="0">
                <a:solidFill>
                  <a:srgbClr val="EDEDED"/>
                </a:solidFill>
                <a:latin typeface="Tahoma"/>
                <a:cs typeface="Tahoma"/>
              </a:rPr>
              <a:t>Includes</a:t>
            </a:r>
            <a:r>
              <a:rPr sz="2549" b="1" spc="-91" dirty="0">
                <a:solidFill>
                  <a:srgbClr val="EDEDED"/>
                </a:solidFill>
                <a:latin typeface="Tahoma"/>
                <a:cs typeface="Tahoma"/>
              </a:rPr>
              <a:t> </a:t>
            </a:r>
            <a:r>
              <a:rPr sz="2549" b="1" dirty="0">
                <a:solidFill>
                  <a:srgbClr val="EDEDED"/>
                </a:solidFill>
                <a:latin typeface="Tahoma"/>
                <a:cs typeface="Tahoma"/>
              </a:rPr>
              <a:t>Connectors</a:t>
            </a:r>
            <a:r>
              <a:rPr sz="2549" b="1" spc="-91" dirty="0">
                <a:solidFill>
                  <a:srgbClr val="EDEDED"/>
                </a:solidFill>
                <a:latin typeface="Tahoma"/>
                <a:cs typeface="Tahoma"/>
              </a:rPr>
              <a:t> </a:t>
            </a:r>
            <a:r>
              <a:rPr sz="2549" b="1" spc="-25" dirty="0">
                <a:solidFill>
                  <a:srgbClr val="EDEDED"/>
                </a:solidFill>
                <a:latin typeface="Tahoma"/>
                <a:cs typeface="Tahoma"/>
              </a:rPr>
              <a:t>to</a:t>
            </a:r>
            <a:endParaRPr sz="2549">
              <a:latin typeface="Tahoma"/>
              <a:cs typeface="Tahom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5461319" y="6702240"/>
            <a:ext cx="820997" cy="235833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12699">
              <a:spcBef>
                <a:spcPts val="101"/>
              </a:spcBef>
            </a:pPr>
            <a:r>
              <a:rPr sz="1449" dirty="0">
                <a:solidFill>
                  <a:srgbClr val="FFFFFF"/>
                </a:solidFill>
                <a:latin typeface="Tahoma"/>
                <a:cs typeface="Tahoma"/>
              </a:rPr>
              <a:t>On-</a:t>
            </a:r>
            <a:r>
              <a:rPr sz="1449" spc="-10" dirty="0">
                <a:solidFill>
                  <a:srgbClr val="FFFFFF"/>
                </a:solidFill>
                <a:latin typeface="Tahoma"/>
                <a:cs typeface="Tahoma"/>
              </a:rPr>
              <a:t>Cloud</a:t>
            </a:r>
            <a:endParaRPr sz="1449">
              <a:latin typeface="Tahoma"/>
              <a:cs typeface="Tahoma"/>
            </a:endParaRPr>
          </a:p>
        </p:txBody>
      </p:sp>
      <p:pic>
        <p:nvPicPr>
          <p:cNvPr id="82" name="object 8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669593" y="5784937"/>
            <a:ext cx="858144" cy="932303"/>
          </a:xfrm>
          <a:prstGeom prst="rect">
            <a:avLst/>
          </a:prstGeom>
        </p:spPr>
      </p:pic>
      <p:sp>
        <p:nvSpPr>
          <p:cNvPr id="83" name="object 83"/>
          <p:cNvSpPr txBox="1"/>
          <p:nvPr/>
        </p:nvSpPr>
        <p:spPr>
          <a:xfrm>
            <a:off x="13593967" y="6721122"/>
            <a:ext cx="932115" cy="205824"/>
          </a:xfrm>
          <a:prstGeom prst="rect">
            <a:avLst/>
          </a:prstGeom>
        </p:spPr>
        <p:txBody>
          <a:bodyPr vert="horz" wrap="square" lIns="0" tIns="13333" rIns="0" bIns="0" rtlCol="0">
            <a:spAutoFit/>
          </a:bodyPr>
          <a:lstStyle/>
          <a:p>
            <a:pPr marL="12699">
              <a:spcBef>
                <a:spcPts val="106"/>
              </a:spcBef>
            </a:pPr>
            <a:r>
              <a:rPr sz="1250" spc="54" dirty="0">
                <a:solidFill>
                  <a:srgbClr val="FFFFFF"/>
                </a:solidFill>
                <a:latin typeface="Tahoma"/>
                <a:cs typeface="Tahoma"/>
              </a:rPr>
              <a:t>On-</a:t>
            </a:r>
            <a:r>
              <a:rPr sz="1250" spc="59" dirty="0">
                <a:solidFill>
                  <a:srgbClr val="FFFFFF"/>
                </a:solidFill>
                <a:latin typeface="Tahoma"/>
                <a:cs typeface="Tahoma"/>
              </a:rPr>
              <a:t>Premise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12910266" y="5036358"/>
            <a:ext cx="4377383" cy="406391"/>
          </a:xfrm>
          <a:prstGeom prst="rect">
            <a:avLst/>
          </a:prstGeom>
        </p:spPr>
        <p:txBody>
          <a:bodyPr vert="horz" wrap="square" lIns="0" tIns="13968" rIns="0" bIns="0" rtlCol="0">
            <a:spAutoFit/>
          </a:bodyPr>
          <a:lstStyle/>
          <a:p>
            <a:pPr marL="12699">
              <a:spcBef>
                <a:spcPts val="110"/>
              </a:spcBef>
            </a:pPr>
            <a:r>
              <a:rPr sz="2549" b="1" spc="-10" dirty="0">
                <a:solidFill>
                  <a:srgbClr val="EDEDED"/>
                </a:solidFill>
                <a:latin typeface="Tahoma"/>
                <a:cs typeface="Tahoma"/>
              </a:rPr>
              <a:t>Flexible</a:t>
            </a:r>
            <a:r>
              <a:rPr sz="2549" b="1" spc="-150" dirty="0">
                <a:solidFill>
                  <a:srgbClr val="EDEDED"/>
                </a:solidFill>
                <a:latin typeface="Tahoma"/>
                <a:cs typeface="Tahoma"/>
              </a:rPr>
              <a:t> </a:t>
            </a:r>
            <a:r>
              <a:rPr sz="2549" b="1" dirty="0">
                <a:solidFill>
                  <a:srgbClr val="EDEDED"/>
                </a:solidFill>
                <a:latin typeface="Tahoma"/>
                <a:cs typeface="Tahoma"/>
              </a:rPr>
              <a:t>Hosting</a:t>
            </a:r>
            <a:r>
              <a:rPr sz="2549" b="1" spc="-145" dirty="0">
                <a:solidFill>
                  <a:srgbClr val="EDEDED"/>
                </a:solidFill>
                <a:latin typeface="Tahoma"/>
                <a:cs typeface="Tahoma"/>
              </a:rPr>
              <a:t> </a:t>
            </a:r>
            <a:r>
              <a:rPr sz="2549" b="1" spc="-10" dirty="0">
                <a:solidFill>
                  <a:srgbClr val="EDEDED"/>
                </a:solidFill>
                <a:latin typeface="Tahoma"/>
                <a:cs typeface="Tahoma"/>
              </a:rPr>
              <a:t>Modalities</a:t>
            </a:r>
            <a:endParaRPr sz="2549">
              <a:latin typeface="Tahoma"/>
              <a:cs typeface="Tahoma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13028505" y="7889519"/>
            <a:ext cx="3920215" cy="1324518"/>
            <a:chOff x="13028713" y="7889675"/>
            <a:chExt cx="3920490" cy="1324610"/>
          </a:xfrm>
        </p:grpSpPr>
        <p:pic>
          <p:nvPicPr>
            <p:cNvPr id="86" name="object 8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028713" y="8726991"/>
              <a:ext cx="1513158" cy="450372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086721" y="7889675"/>
              <a:ext cx="1110049" cy="719548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374086" y="8054906"/>
              <a:ext cx="1574810" cy="342481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474293" y="8690191"/>
              <a:ext cx="1474593" cy="523967"/>
            </a:xfrm>
            <a:prstGeom prst="rect">
              <a:avLst/>
            </a:prstGeom>
          </p:spPr>
        </p:pic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CBE4CB80-59FB-9810-97B6-925A667B9F9E}"/>
              </a:ext>
            </a:extLst>
          </p:cNvPr>
          <p:cNvGrpSpPr/>
          <p:nvPr/>
        </p:nvGrpSpPr>
        <p:grpSpPr>
          <a:xfrm>
            <a:off x="699674" y="2313620"/>
            <a:ext cx="9579470" cy="8369826"/>
            <a:chOff x="2647853" y="551374"/>
            <a:chExt cx="5686450" cy="5138226"/>
          </a:xfrm>
        </p:grpSpPr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6219F9E9-B19B-50A0-503B-2CEA37A791C4}"/>
                </a:ext>
              </a:extLst>
            </p:cNvPr>
            <p:cNvSpPr/>
            <p:nvPr/>
          </p:nvSpPr>
          <p:spPr>
            <a:xfrm>
              <a:off x="4026486" y="1541975"/>
              <a:ext cx="3123028" cy="3123028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  <a:effectLst>
              <a:outerShdw dist="76200" dir="5700000" sx="102000" sy="102000" algn="tl" rotWithShape="0">
                <a:prstClr val="black">
                  <a:alpha val="1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EA8E2B03-353C-618B-7574-C2C3A2FE17B2}"/>
                </a:ext>
              </a:extLst>
            </p:cNvPr>
            <p:cNvSpPr/>
            <p:nvPr/>
          </p:nvSpPr>
          <p:spPr>
            <a:xfrm>
              <a:off x="4669666" y="2185155"/>
              <a:ext cx="1836668" cy="183666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3958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ePHEM</a:t>
              </a:r>
              <a:endParaRPr lang="en-US" sz="2309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F29AFD0F-7ADE-5528-91AA-F4E13120B553}"/>
                </a:ext>
              </a:extLst>
            </p:cNvPr>
            <p:cNvGrpSpPr/>
            <p:nvPr/>
          </p:nvGrpSpPr>
          <p:grpSpPr>
            <a:xfrm>
              <a:off x="4393003" y="551374"/>
              <a:ext cx="1363394" cy="1323538"/>
              <a:chOff x="4996337" y="1033974"/>
              <a:chExt cx="1363394" cy="1323538"/>
            </a:xfrm>
            <a:effectLst>
              <a:outerShdw dist="76200" dir="5700000" sx="102000" sy="102000" algn="tl" rotWithShape="0">
                <a:prstClr val="black">
                  <a:alpha val="35000"/>
                </a:prstClr>
              </a:outerShdw>
            </a:effectLst>
          </p:grpSpPr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6652D4ED-6EE0-1CA8-0607-82D1971AAE62}"/>
                  </a:ext>
                </a:extLst>
              </p:cNvPr>
              <p:cNvSpPr/>
              <p:nvPr/>
            </p:nvSpPr>
            <p:spPr>
              <a:xfrm>
                <a:off x="4996337" y="1033974"/>
                <a:ext cx="478304" cy="478304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63627C2F-815B-E8B0-B1CE-03FA9783F54A}"/>
                  </a:ext>
                </a:extLst>
              </p:cNvPr>
              <p:cNvSpPr/>
              <p:nvPr/>
            </p:nvSpPr>
            <p:spPr>
              <a:xfrm>
                <a:off x="5182733" y="1180514"/>
                <a:ext cx="1176998" cy="1176998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Multi-lingual</a:t>
                </a:r>
              </a:p>
            </p:txBody>
          </p: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8D2FDD8B-1D88-1DCE-1E70-0B1B78ED152B}"/>
                </a:ext>
              </a:extLst>
            </p:cNvPr>
            <p:cNvGrpSpPr/>
            <p:nvPr/>
          </p:nvGrpSpPr>
          <p:grpSpPr>
            <a:xfrm>
              <a:off x="5874799" y="567790"/>
              <a:ext cx="1250860" cy="1289536"/>
              <a:chOff x="6478133" y="1050390"/>
              <a:chExt cx="1250860" cy="1289536"/>
            </a:xfrm>
            <a:effectLst>
              <a:outerShdw dist="76200" dir="5700000" sx="102000" sy="102000" algn="tl" rotWithShape="0">
                <a:prstClr val="black">
                  <a:alpha val="35000"/>
                </a:prstClr>
              </a:outerShdw>
            </a:effectLst>
          </p:grpSpPr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2AA9F4C8-FA4A-1B42-ACA8-4964A9C2FDA9}"/>
                  </a:ext>
                </a:extLst>
              </p:cNvPr>
              <p:cNvSpPr/>
              <p:nvPr/>
            </p:nvSpPr>
            <p:spPr>
              <a:xfrm>
                <a:off x="7250689" y="1050390"/>
                <a:ext cx="478304" cy="47830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3</a:t>
                </a:r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69E0AC84-D921-7B97-774F-818B1308C62A}"/>
                  </a:ext>
                </a:extLst>
              </p:cNvPr>
              <p:cNvSpPr/>
              <p:nvPr/>
            </p:nvSpPr>
            <p:spPr>
              <a:xfrm>
                <a:off x="6478133" y="1256714"/>
                <a:ext cx="1083212" cy="1083212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2309" b="1" dirty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User Friendly</a:t>
                </a:r>
              </a:p>
            </p:txBody>
          </p: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5407D131-08C7-B3A6-A4FC-9E45D9A728E1}"/>
                </a:ext>
              </a:extLst>
            </p:cNvPr>
            <p:cNvGrpSpPr/>
            <p:nvPr/>
          </p:nvGrpSpPr>
          <p:grpSpPr>
            <a:xfrm>
              <a:off x="6789199" y="1383714"/>
              <a:ext cx="1545104" cy="1565032"/>
              <a:chOff x="7392533" y="1866314"/>
              <a:chExt cx="1545104" cy="1565032"/>
            </a:xfrm>
            <a:effectLst>
              <a:outerShdw dist="76200" dir="5700000" sx="102000" sy="102000" algn="tl" rotWithShape="0">
                <a:prstClr val="black">
                  <a:alpha val="35000"/>
                </a:prstClr>
              </a:outerShdw>
            </a:effectLst>
          </p:grpSpPr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D152E445-342B-496E-CB42-2FD08F872394}"/>
                  </a:ext>
                </a:extLst>
              </p:cNvPr>
              <p:cNvSpPr/>
              <p:nvPr/>
            </p:nvSpPr>
            <p:spPr>
              <a:xfrm>
                <a:off x="8459333" y="1866314"/>
                <a:ext cx="478304" cy="478304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4</a:t>
                </a:r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2BC38BC7-540E-01A0-CD39-B1270AF89A6D}"/>
                  </a:ext>
                </a:extLst>
              </p:cNvPr>
              <p:cNvSpPr/>
              <p:nvPr/>
            </p:nvSpPr>
            <p:spPr>
              <a:xfrm>
                <a:off x="7392533" y="1942514"/>
                <a:ext cx="1488832" cy="1488832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b="1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Modular</a:t>
                </a:r>
              </a:p>
            </p:txBody>
          </p: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35DF838C-7D9C-1817-D6A9-4BEC61C16CA0}"/>
                </a:ext>
              </a:extLst>
            </p:cNvPr>
            <p:cNvGrpSpPr/>
            <p:nvPr/>
          </p:nvGrpSpPr>
          <p:grpSpPr>
            <a:xfrm>
              <a:off x="6789199" y="3136315"/>
              <a:ext cx="1429384" cy="1670537"/>
              <a:chOff x="7392533" y="3618914"/>
              <a:chExt cx="1429384" cy="1670537"/>
            </a:xfrm>
            <a:effectLst>
              <a:outerShdw dist="76200" dir="5700000" sx="102000" sy="102000" algn="tl" rotWithShape="0">
                <a:prstClr val="black">
                  <a:alpha val="35000"/>
                </a:prstClr>
              </a:outerShdw>
            </a:effectLst>
          </p:grpSpPr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5EE91B5B-02C1-4AEE-0DA6-7953A4F21883}"/>
                  </a:ext>
                </a:extLst>
              </p:cNvPr>
              <p:cNvSpPr/>
              <p:nvPr/>
            </p:nvSpPr>
            <p:spPr>
              <a:xfrm>
                <a:off x="7392533" y="3618914"/>
                <a:ext cx="1429384" cy="1429384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b="1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Multi</a:t>
                </a:r>
                <a:br>
                  <a:rPr lang="en-US" b="1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</a:br>
                <a:r>
                  <a:rPr lang="en-US" b="1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Sectorial</a:t>
                </a:r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25FE1633-230B-658F-722C-970F6CF11582}"/>
                  </a:ext>
                </a:extLst>
              </p:cNvPr>
              <p:cNvSpPr/>
              <p:nvPr/>
            </p:nvSpPr>
            <p:spPr>
              <a:xfrm>
                <a:off x="8070548" y="4811147"/>
                <a:ext cx="478304" cy="478304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5</a:t>
                </a:r>
              </a:p>
            </p:txBody>
          </p: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DB297D9B-DAC2-24D2-F580-61351D97C1CD}"/>
                </a:ext>
              </a:extLst>
            </p:cNvPr>
            <p:cNvGrpSpPr/>
            <p:nvPr/>
          </p:nvGrpSpPr>
          <p:grpSpPr>
            <a:xfrm>
              <a:off x="3098019" y="1383714"/>
              <a:ext cx="1520066" cy="1181686"/>
              <a:chOff x="3701353" y="1866314"/>
              <a:chExt cx="1520066" cy="1181686"/>
            </a:xfrm>
            <a:effectLst>
              <a:outerShdw dist="76200" dir="5700000" sx="102000" sy="102000" algn="tl" rotWithShape="0">
                <a:prstClr val="black">
                  <a:alpha val="35000"/>
                </a:prstClr>
              </a:outerShdw>
            </a:effectLst>
          </p:grpSpPr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E43CED7C-DF92-060C-6F1C-5382F9DF1C99}"/>
                  </a:ext>
                </a:extLst>
              </p:cNvPr>
              <p:cNvSpPr/>
              <p:nvPr/>
            </p:nvSpPr>
            <p:spPr>
              <a:xfrm>
                <a:off x="4039733" y="1866314"/>
                <a:ext cx="1181686" cy="1181686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731" b="1" dirty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Interoperable</a:t>
                </a:r>
                <a:endParaRPr lang="en-US" sz="1649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  <a:p>
                <a:pPr algn="ctr"/>
                <a:r>
                  <a:rPr lang="en-US" sz="1979" b="1" dirty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(API)</a:t>
                </a:r>
                <a:endParaRPr lang="en-US" sz="1649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843F158E-44A1-D46C-E9A7-1AA91032793A}"/>
                  </a:ext>
                </a:extLst>
              </p:cNvPr>
              <p:cNvSpPr/>
              <p:nvPr/>
            </p:nvSpPr>
            <p:spPr>
              <a:xfrm>
                <a:off x="3701353" y="2433709"/>
                <a:ext cx="478304" cy="478304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1</a:t>
                </a: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5E9EC467-9C0B-0EF2-7FF2-ED371B29A265}"/>
                </a:ext>
              </a:extLst>
            </p:cNvPr>
            <p:cNvGrpSpPr/>
            <p:nvPr/>
          </p:nvGrpSpPr>
          <p:grpSpPr>
            <a:xfrm>
              <a:off x="2647853" y="2755314"/>
              <a:ext cx="1539164" cy="1284018"/>
              <a:chOff x="3251187" y="3237914"/>
              <a:chExt cx="1539164" cy="1284018"/>
            </a:xfrm>
            <a:effectLst>
              <a:outerShdw dist="76200" dir="5700000" sx="102000" sy="102000" algn="tl" rotWithShape="0">
                <a:prstClr val="black">
                  <a:alpha val="35000"/>
                </a:prstClr>
              </a:outerShdw>
            </a:effectLst>
          </p:grpSpPr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B949FDAC-0514-7040-70F7-F4D1EC116FBA}"/>
                  </a:ext>
                </a:extLst>
              </p:cNvPr>
              <p:cNvSpPr/>
              <p:nvPr/>
            </p:nvSpPr>
            <p:spPr>
              <a:xfrm>
                <a:off x="3506333" y="3237914"/>
                <a:ext cx="1284018" cy="1284018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979" b="1" dirty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Dashboards</a:t>
                </a:r>
                <a:endParaRPr lang="en-US" sz="2309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E6D4AD4F-AA13-E6C2-17DF-EF62FDBA2D18}"/>
                  </a:ext>
                </a:extLst>
              </p:cNvPr>
              <p:cNvSpPr/>
              <p:nvPr/>
            </p:nvSpPr>
            <p:spPr>
              <a:xfrm>
                <a:off x="3251187" y="3291839"/>
                <a:ext cx="478304" cy="478304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8</a:t>
                </a: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41C7FCAE-6A53-C9E2-BD87-D970B30D6614}"/>
                </a:ext>
              </a:extLst>
            </p:cNvPr>
            <p:cNvGrpSpPr/>
            <p:nvPr/>
          </p:nvGrpSpPr>
          <p:grpSpPr>
            <a:xfrm>
              <a:off x="3590389" y="3974514"/>
              <a:ext cx="1770941" cy="1620130"/>
              <a:chOff x="4193722" y="4457114"/>
              <a:chExt cx="1770941" cy="1620130"/>
            </a:xfrm>
            <a:effectLst>
              <a:outerShdw dist="76200" dir="5700000" sx="102000" sy="102000" algn="tl" rotWithShape="0">
                <a:prstClr val="black">
                  <a:alpha val="35000"/>
                </a:prstClr>
              </a:outerShdw>
            </a:effectLst>
          </p:grpSpPr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D359C334-B391-CF77-E13B-348123991166}"/>
                  </a:ext>
                </a:extLst>
              </p:cNvPr>
              <p:cNvSpPr/>
              <p:nvPr/>
            </p:nvSpPr>
            <p:spPr>
              <a:xfrm>
                <a:off x="4344533" y="4457114"/>
                <a:ext cx="1620130" cy="162013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3298" b="1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Open Source</a:t>
                </a:r>
              </a:p>
            </p:txBody>
          </p: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D97EED31-47CB-246D-B12E-1E8FDD2FF8FD}"/>
                  </a:ext>
                </a:extLst>
              </p:cNvPr>
              <p:cNvSpPr/>
              <p:nvPr/>
            </p:nvSpPr>
            <p:spPr>
              <a:xfrm>
                <a:off x="4193722" y="5556737"/>
                <a:ext cx="478304" cy="478304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7</a:t>
                </a:r>
              </a:p>
            </p:txBody>
          </p:sp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02233603-2F04-0C2E-447A-B7634A2E2774}"/>
                </a:ext>
              </a:extLst>
            </p:cNvPr>
            <p:cNvGrpSpPr/>
            <p:nvPr/>
          </p:nvGrpSpPr>
          <p:grpSpPr>
            <a:xfrm>
              <a:off x="5646199" y="4355514"/>
              <a:ext cx="1553732" cy="1334086"/>
              <a:chOff x="6249533" y="4838114"/>
              <a:chExt cx="1553732" cy="1334086"/>
            </a:xfrm>
            <a:effectLst>
              <a:outerShdw dist="76200" dir="5700000" sx="102000" sy="102000" algn="tl" rotWithShape="0">
                <a:prstClr val="black">
                  <a:alpha val="35000"/>
                </a:prstClr>
              </a:outerShdw>
            </a:effectLst>
          </p:grpSpPr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CEDFE252-90B2-56BA-CF72-1454EE59546E}"/>
                  </a:ext>
                </a:extLst>
              </p:cNvPr>
              <p:cNvSpPr/>
              <p:nvPr/>
            </p:nvSpPr>
            <p:spPr>
              <a:xfrm>
                <a:off x="6249533" y="4838114"/>
                <a:ext cx="1334086" cy="1334086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2638" b="1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Phones &amp; Tablets</a:t>
                </a:r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D75BA95B-3AFC-CAFD-B9D5-8590D841602D}"/>
                  </a:ext>
                </a:extLst>
              </p:cNvPr>
              <p:cNvSpPr/>
              <p:nvPr/>
            </p:nvSpPr>
            <p:spPr>
              <a:xfrm>
                <a:off x="7324961" y="5598938"/>
                <a:ext cx="478304" cy="478304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bg1"/>
                    </a:solidFill>
                  </a:rPr>
                  <a:t>6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35288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617" y="-2617"/>
            <a:ext cx="7633334" cy="1581150"/>
            <a:chOff x="-2617" y="-2617"/>
            <a:chExt cx="7633334" cy="158115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7628255" cy="1576070"/>
            </a:xfrm>
            <a:custGeom>
              <a:avLst/>
              <a:gdLst/>
              <a:ahLst/>
              <a:cxnLst/>
              <a:rect l="l" t="t" r="r" b="b"/>
              <a:pathLst>
                <a:path w="7628255" h="1576070">
                  <a:moveTo>
                    <a:pt x="7628033" y="0"/>
                  </a:moveTo>
                  <a:lnTo>
                    <a:pt x="0" y="0"/>
                  </a:lnTo>
                  <a:lnTo>
                    <a:pt x="0" y="1575686"/>
                  </a:lnTo>
                  <a:lnTo>
                    <a:pt x="6389715" y="1575686"/>
                  </a:lnTo>
                  <a:lnTo>
                    <a:pt x="6438339" y="1574748"/>
                  </a:lnTo>
                  <a:lnTo>
                    <a:pt x="6486489" y="1571960"/>
                  </a:lnTo>
                  <a:lnTo>
                    <a:pt x="6534129" y="1567355"/>
                  </a:lnTo>
                  <a:lnTo>
                    <a:pt x="6581226" y="1560967"/>
                  </a:lnTo>
                  <a:lnTo>
                    <a:pt x="6627744" y="1552831"/>
                  </a:lnTo>
                  <a:lnTo>
                    <a:pt x="6673650" y="1542981"/>
                  </a:lnTo>
                  <a:lnTo>
                    <a:pt x="6718910" y="1531452"/>
                  </a:lnTo>
                  <a:lnTo>
                    <a:pt x="6763487" y="1518278"/>
                  </a:lnTo>
                  <a:lnTo>
                    <a:pt x="6807349" y="1503493"/>
                  </a:lnTo>
                  <a:lnTo>
                    <a:pt x="6850461" y="1487133"/>
                  </a:lnTo>
                  <a:lnTo>
                    <a:pt x="6892788" y="1469231"/>
                  </a:lnTo>
                  <a:lnTo>
                    <a:pt x="6934297" y="1449822"/>
                  </a:lnTo>
                  <a:lnTo>
                    <a:pt x="6974952" y="1428940"/>
                  </a:lnTo>
                  <a:lnTo>
                    <a:pt x="7014719" y="1406619"/>
                  </a:lnTo>
                  <a:lnTo>
                    <a:pt x="7053563" y="1382895"/>
                  </a:lnTo>
                  <a:lnTo>
                    <a:pt x="7091452" y="1357801"/>
                  </a:lnTo>
                  <a:lnTo>
                    <a:pt x="7128349" y="1331371"/>
                  </a:lnTo>
                  <a:lnTo>
                    <a:pt x="7164221" y="1303641"/>
                  </a:lnTo>
                  <a:lnTo>
                    <a:pt x="7199032" y="1274645"/>
                  </a:lnTo>
                  <a:lnTo>
                    <a:pt x="7232750" y="1244417"/>
                  </a:lnTo>
                  <a:lnTo>
                    <a:pt x="7265339" y="1212991"/>
                  </a:lnTo>
                  <a:lnTo>
                    <a:pt x="7296765" y="1180402"/>
                  </a:lnTo>
                  <a:lnTo>
                    <a:pt x="7326993" y="1146685"/>
                  </a:lnTo>
                  <a:lnTo>
                    <a:pt x="7355989" y="1111873"/>
                  </a:lnTo>
                  <a:lnTo>
                    <a:pt x="7383719" y="1076001"/>
                  </a:lnTo>
                  <a:lnTo>
                    <a:pt x="7410148" y="1039104"/>
                  </a:lnTo>
                  <a:lnTo>
                    <a:pt x="7435242" y="1001216"/>
                  </a:lnTo>
                  <a:lnTo>
                    <a:pt x="7458967" y="962371"/>
                  </a:lnTo>
                  <a:lnTo>
                    <a:pt x="7481287" y="922604"/>
                  </a:lnTo>
                  <a:lnTo>
                    <a:pt x="7502169" y="881949"/>
                  </a:lnTo>
                  <a:lnTo>
                    <a:pt x="7521579" y="840441"/>
                  </a:lnTo>
                  <a:lnTo>
                    <a:pt x="7539481" y="798113"/>
                  </a:lnTo>
                  <a:lnTo>
                    <a:pt x="7555841" y="755002"/>
                  </a:lnTo>
                  <a:lnTo>
                    <a:pt x="7570626" y="711140"/>
                  </a:lnTo>
                  <a:lnTo>
                    <a:pt x="7583799" y="666562"/>
                  </a:lnTo>
                  <a:lnTo>
                    <a:pt x="7595328" y="621303"/>
                  </a:lnTo>
                  <a:lnTo>
                    <a:pt x="7605178" y="575397"/>
                  </a:lnTo>
                  <a:lnTo>
                    <a:pt x="7613314" y="528878"/>
                  </a:lnTo>
                  <a:lnTo>
                    <a:pt x="7619702" y="481782"/>
                  </a:lnTo>
                  <a:lnTo>
                    <a:pt x="7624308" y="434141"/>
                  </a:lnTo>
                  <a:lnTo>
                    <a:pt x="7627096" y="385992"/>
                  </a:lnTo>
                  <a:lnTo>
                    <a:pt x="7628033" y="337367"/>
                  </a:lnTo>
                  <a:lnTo>
                    <a:pt x="7628033" y="0"/>
                  </a:lnTo>
                  <a:close/>
                </a:path>
              </a:pathLst>
            </a:custGeom>
            <a:solidFill>
              <a:srgbClr val="3448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7628255" cy="1576070"/>
            </a:xfrm>
            <a:custGeom>
              <a:avLst/>
              <a:gdLst/>
              <a:ahLst/>
              <a:cxnLst/>
              <a:rect l="l" t="t" r="r" b="b"/>
              <a:pathLst>
                <a:path w="7628255" h="1576070">
                  <a:moveTo>
                    <a:pt x="7628033" y="0"/>
                  </a:moveTo>
                  <a:lnTo>
                    <a:pt x="7628033" y="337367"/>
                  </a:lnTo>
                  <a:lnTo>
                    <a:pt x="7627096" y="385992"/>
                  </a:lnTo>
                  <a:lnTo>
                    <a:pt x="7624308" y="434141"/>
                  </a:lnTo>
                  <a:lnTo>
                    <a:pt x="7619702" y="481782"/>
                  </a:lnTo>
                  <a:lnTo>
                    <a:pt x="7613314" y="528878"/>
                  </a:lnTo>
                  <a:lnTo>
                    <a:pt x="7605178" y="575397"/>
                  </a:lnTo>
                  <a:lnTo>
                    <a:pt x="7595328" y="621303"/>
                  </a:lnTo>
                  <a:lnTo>
                    <a:pt x="7583799" y="666562"/>
                  </a:lnTo>
                  <a:lnTo>
                    <a:pt x="7570626" y="711140"/>
                  </a:lnTo>
                  <a:lnTo>
                    <a:pt x="7555841" y="755002"/>
                  </a:lnTo>
                  <a:lnTo>
                    <a:pt x="7539481" y="798113"/>
                  </a:lnTo>
                  <a:lnTo>
                    <a:pt x="7521579" y="840441"/>
                  </a:lnTo>
                  <a:lnTo>
                    <a:pt x="7502169" y="881949"/>
                  </a:lnTo>
                  <a:lnTo>
                    <a:pt x="7481287" y="922604"/>
                  </a:lnTo>
                  <a:lnTo>
                    <a:pt x="7458967" y="962371"/>
                  </a:lnTo>
                  <a:lnTo>
                    <a:pt x="7435242" y="1001216"/>
                  </a:lnTo>
                  <a:lnTo>
                    <a:pt x="7410148" y="1039104"/>
                  </a:lnTo>
                  <a:lnTo>
                    <a:pt x="7383719" y="1076001"/>
                  </a:lnTo>
                  <a:lnTo>
                    <a:pt x="7355989" y="1111873"/>
                  </a:lnTo>
                  <a:lnTo>
                    <a:pt x="7326993" y="1146685"/>
                  </a:lnTo>
                  <a:lnTo>
                    <a:pt x="7296765" y="1180402"/>
                  </a:lnTo>
                  <a:lnTo>
                    <a:pt x="7265339" y="1212991"/>
                  </a:lnTo>
                  <a:lnTo>
                    <a:pt x="7232750" y="1244417"/>
                  </a:lnTo>
                  <a:lnTo>
                    <a:pt x="7199032" y="1274645"/>
                  </a:lnTo>
                  <a:lnTo>
                    <a:pt x="7164221" y="1303641"/>
                  </a:lnTo>
                  <a:lnTo>
                    <a:pt x="7128349" y="1331371"/>
                  </a:lnTo>
                  <a:lnTo>
                    <a:pt x="7091452" y="1357801"/>
                  </a:lnTo>
                  <a:lnTo>
                    <a:pt x="7053563" y="1382895"/>
                  </a:lnTo>
                  <a:lnTo>
                    <a:pt x="7014719" y="1406619"/>
                  </a:lnTo>
                  <a:lnTo>
                    <a:pt x="6974952" y="1428940"/>
                  </a:lnTo>
                  <a:lnTo>
                    <a:pt x="6934297" y="1449822"/>
                  </a:lnTo>
                  <a:lnTo>
                    <a:pt x="6892788" y="1469231"/>
                  </a:lnTo>
                  <a:lnTo>
                    <a:pt x="6850461" y="1487133"/>
                  </a:lnTo>
                  <a:lnTo>
                    <a:pt x="6807349" y="1503493"/>
                  </a:lnTo>
                  <a:lnTo>
                    <a:pt x="6763487" y="1518278"/>
                  </a:lnTo>
                  <a:lnTo>
                    <a:pt x="6718910" y="1531452"/>
                  </a:lnTo>
                  <a:lnTo>
                    <a:pt x="6673650" y="1542981"/>
                  </a:lnTo>
                  <a:lnTo>
                    <a:pt x="6627744" y="1552831"/>
                  </a:lnTo>
                  <a:lnTo>
                    <a:pt x="6581226" y="1560967"/>
                  </a:lnTo>
                  <a:lnTo>
                    <a:pt x="6534129" y="1567355"/>
                  </a:lnTo>
                  <a:lnTo>
                    <a:pt x="6486489" y="1571960"/>
                  </a:lnTo>
                  <a:lnTo>
                    <a:pt x="6438339" y="1574748"/>
                  </a:lnTo>
                  <a:lnTo>
                    <a:pt x="6389715" y="1575686"/>
                  </a:lnTo>
                  <a:lnTo>
                    <a:pt x="0" y="1575686"/>
                  </a:lnTo>
                </a:path>
              </a:pathLst>
            </a:custGeom>
            <a:ln w="5235">
              <a:solidFill>
                <a:srgbClr val="BD4A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31980" y="306089"/>
            <a:ext cx="6860540" cy="95313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5"/>
              </a:spcBef>
            </a:pPr>
            <a:r>
              <a:rPr sz="2800" b="1" dirty="0">
                <a:solidFill>
                  <a:srgbClr val="FFFFFF"/>
                </a:solidFill>
                <a:latin typeface="Century Gothic"/>
                <a:cs typeface="Century Gothic"/>
              </a:rPr>
              <a:t>Seamlessly</a:t>
            </a:r>
            <a:r>
              <a:rPr sz="2800" b="1" spc="18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Consolidate</a:t>
            </a:r>
            <a:r>
              <a:rPr sz="2800" b="1" spc="19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Emergency </a:t>
            </a:r>
            <a:r>
              <a:rPr sz="2800" b="1" spc="-105" dirty="0">
                <a:solidFill>
                  <a:srgbClr val="FFFFFF"/>
                </a:solidFill>
                <a:latin typeface="Century Gothic"/>
                <a:cs typeface="Century Gothic"/>
              </a:rPr>
              <a:t>Management</a:t>
            </a:r>
            <a:r>
              <a:rPr sz="2800" b="1" spc="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b="1" dirty="0">
                <a:solidFill>
                  <a:srgbClr val="FFFFFF"/>
                </a:solidFill>
                <a:latin typeface="Century Gothic"/>
                <a:cs typeface="Century Gothic"/>
              </a:rPr>
              <a:t>Information</a:t>
            </a:r>
            <a:r>
              <a:rPr sz="2800" b="1" spc="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b="1" dirty="0">
                <a:solidFill>
                  <a:srgbClr val="FFFFFF"/>
                </a:solidFill>
                <a:latin typeface="Century Gothic"/>
                <a:cs typeface="Century Gothic"/>
              </a:rPr>
              <a:t>Into</a:t>
            </a:r>
            <a:r>
              <a:rPr sz="2800" b="1" spc="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3200" b="1" spc="-180" dirty="0">
                <a:solidFill>
                  <a:srgbClr val="BD4A5F"/>
                </a:solidFill>
                <a:latin typeface="Century Gothic"/>
                <a:cs typeface="Century Gothic"/>
              </a:rPr>
              <a:t>One</a:t>
            </a:r>
            <a:r>
              <a:rPr sz="3200" b="1" spc="50" dirty="0">
                <a:solidFill>
                  <a:srgbClr val="BD4A5F"/>
                </a:solidFill>
                <a:latin typeface="Century Gothic"/>
                <a:cs typeface="Century Gothic"/>
              </a:rPr>
              <a:t> </a:t>
            </a:r>
            <a:r>
              <a:rPr sz="3200" b="1" spc="-25" dirty="0">
                <a:solidFill>
                  <a:srgbClr val="BD4A5F"/>
                </a:solidFill>
                <a:latin typeface="Century Gothic"/>
                <a:cs typeface="Century Gothic"/>
              </a:rPr>
              <a:t>Hub</a:t>
            </a:r>
            <a:endParaRPr sz="3200" dirty="0">
              <a:latin typeface="Century Gothic"/>
              <a:cs typeface="Century Gothic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60217" y="1802771"/>
            <a:ext cx="19744055" cy="9504680"/>
            <a:chOff x="360217" y="1802771"/>
            <a:chExt cx="19744055" cy="9504680"/>
          </a:xfrm>
        </p:grpSpPr>
        <p:sp>
          <p:nvSpPr>
            <p:cNvPr id="7" name="object 7"/>
            <p:cNvSpPr/>
            <p:nvPr/>
          </p:nvSpPr>
          <p:spPr>
            <a:xfrm>
              <a:off x="360217" y="1802771"/>
              <a:ext cx="19744055" cy="9504680"/>
            </a:xfrm>
            <a:custGeom>
              <a:avLst/>
              <a:gdLst/>
              <a:ahLst/>
              <a:cxnLst/>
              <a:rect l="l" t="t" r="r" b="b"/>
              <a:pathLst>
                <a:path w="19744055" h="9504680">
                  <a:moveTo>
                    <a:pt x="16533056" y="0"/>
                  </a:moveTo>
                  <a:lnTo>
                    <a:pt x="4654266" y="0"/>
                  </a:lnTo>
                  <a:lnTo>
                    <a:pt x="4605825" y="246"/>
                  </a:lnTo>
                  <a:lnTo>
                    <a:pt x="4557501" y="985"/>
                  </a:lnTo>
                  <a:lnTo>
                    <a:pt x="4509298" y="2214"/>
                  </a:lnTo>
                  <a:lnTo>
                    <a:pt x="4461217" y="3930"/>
                  </a:lnTo>
                  <a:lnTo>
                    <a:pt x="4413262" y="6132"/>
                  </a:lnTo>
                  <a:lnTo>
                    <a:pt x="4365434" y="8816"/>
                  </a:lnTo>
                  <a:lnTo>
                    <a:pt x="4317735" y="11980"/>
                  </a:lnTo>
                  <a:lnTo>
                    <a:pt x="4270169" y="15622"/>
                  </a:lnTo>
                  <a:lnTo>
                    <a:pt x="4222738" y="19739"/>
                  </a:lnTo>
                  <a:lnTo>
                    <a:pt x="4175443" y="24330"/>
                  </a:lnTo>
                  <a:lnTo>
                    <a:pt x="4128288" y="29391"/>
                  </a:lnTo>
                  <a:lnTo>
                    <a:pt x="4081274" y="34921"/>
                  </a:lnTo>
                  <a:lnTo>
                    <a:pt x="4034405" y="40916"/>
                  </a:lnTo>
                  <a:lnTo>
                    <a:pt x="3987682" y="47375"/>
                  </a:lnTo>
                  <a:lnTo>
                    <a:pt x="3941108" y="54296"/>
                  </a:lnTo>
                  <a:lnTo>
                    <a:pt x="3894685" y="61675"/>
                  </a:lnTo>
                  <a:lnTo>
                    <a:pt x="3848416" y="69510"/>
                  </a:lnTo>
                  <a:lnTo>
                    <a:pt x="3802303" y="77800"/>
                  </a:lnTo>
                  <a:lnTo>
                    <a:pt x="3756349" y="86541"/>
                  </a:lnTo>
                  <a:lnTo>
                    <a:pt x="3710555" y="95731"/>
                  </a:lnTo>
                  <a:lnTo>
                    <a:pt x="3664924" y="105368"/>
                  </a:lnTo>
                  <a:lnTo>
                    <a:pt x="3619459" y="115450"/>
                  </a:lnTo>
                  <a:lnTo>
                    <a:pt x="3574162" y="125974"/>
                  </a:lnTo>
                  <a:lnTo>
                    <a:pt x="3529035" y="136938"/>
                  </a:lnTo>
                  <a:lnTo>
                    <a:pt x="3484081" y="148339"/>
                  </a:lnTo>
                  <a:lnTo>
                    <a:pt x="3439302" y="160174"/>
                  </a:lnTo>
                  <a:lnTo>
                    <a:pt x="3394701" y="172443"/>
                  </a:lnTo>
                  <a:lnTo>
                    <a:pt x="3350279" y="185141"/>
                  </a:lnTo>
                  <a:lnTo>
                    <a:pt x="3306040" y="198268"/>
                  </a:lnTo>
                  <a:lnTo>
                    <a:pt x="3261985" y="211820"/>
                  </a:lnTo>
                  <a:lnTo>
                    <a:pt x="3218117" y="225795"/>
                  </a:lnTo>
                  <a:lnTo>
                    <a:pt x="3174439" y="240190"/>
                  </a:lnTo>
                  <a:lnTo>
                    <a:pt x="3130952" y="255004"/>
                  </a:lnTo>
                  <a:lnTo>
                    <a:pt x="3087660" y="270234"/>
                  </a:lnTo>
                  <a:lnTo>
                    <a:pt x="3044564" y="285877"/>
                  </a:lnTo>
                  <a:lnTo>
                    <a:pt x="3001668" y="301931"/>
                  </a:lnTo>
                  <a:lnTo>
                    <a:pt x="2958972" y="318394"/>
                  </a:lnTo>
                  <a:lnTo>
                    <a:pt x="2916480" y="335264"/>
                  </a:lnTo>
                  <a:lnTo>
                    <a:pt x="2874195" y="352537"/>
                  </a:lnTo>
                  <a:lnTo>
                    <a:pt x="2832118" y="370212"/>
                  </a:lnTo>
                  <a:lnTo>
                    <a:pt x="2790251" y="388286"/>
                  </a:lnTo>
                  <a:lnTo>
                    <a:pt x="2748598" y="406757"/>
                  </a:lnTo>
                  <a:lnTo>
                    <a:pt x="2707161" y="425622"/>
                  </a:lnTo>
                  <a:lnTo>
                    <a:pt x="2665941" y="444880"/>
                  </a:lnTo>
                  <a:lnTo>
                    <a:pt x="2624942" y="464527"/>
                  </a:lnTo>
                  <a:lnTo>
                    <a:pt x="2584166" y="484561"/>
                  </a:lnTo>
                  <a:lnTo>
                    <a:pt x="2543615" y="504980"/>
                  </a:lnTo>
                  <a:lnTo>
                    <a:pt x="2503291" y="525782"/>
                  </a:lnTo>
                  <a:lnTo>
                    <a:pt x="2463198" y="546964"/>
                  </a:lnTo>
                  <a:lnTo>
                    <a:pt x="2423336" y="568523"/>
                  </a:lnTo>
                  <a:lnTo>
                    <a:pt x="2383710" y="590458"/>
                  </a:lnTo>
                  <a:lnTo>
                    <a:pt x="2344320" y="612766"/>
                  </a:lnTo>
                  <a:lnTo>
                    <a:pt x="2305170" y="635445"/>
                  </a:lnTo>
                  <a:lnTo>
                    <a:pt x="2266262" y="658491"/>
                  </a:lnTo>
                  <a:lnTo>
                    <a:pt x="2227598" y="681904"/>
                  </a:lnTo>
                  <a:lnTo>
                    <a:pt x="2189181" y="705680"/>
                  </a:lnTo>
                  <a:lnTo>
                    <a:pt x="2151013" y="729817"/>
                  </a:lnTo>
                  <a:lnTo>
                    <a:pt x="2113096" y="754312"/>
                  </a:lnTo>
                  <a:lnTo>
                    <a:pt x="2075433" y="779164"/>
                  </a:lnTo>
                  <a:lnTo>
                    <a:pt x="2038026" y="804370"/>
                  </a:lnTo>
                  <a:lnTo>
                    <a:pt x="2000877" y="829928"/>
                  </a:lnTo>
                  <a:lnTo>
                    <a:pt x="1963990" y="855834"/>
                  </a:lnTo>
                  <a:lnTo>
                    <a:pt x="1927365" y="882087"/>
                  </a:lnTo>
                  <a:lnTo>
                    <a:pt x="1891007" y="908685"/>
                  </a:lnTo>
                  <a:lnTo>
                    <a:pt x="1854917" y="935625"/>
                  </a:lnTo>
                  <a:lnTo>
                    <a:pt x="1819097" y="962904"/>
                  </a:lnTo>
                  <a:lnTo>
                    <a:pt x="1783549" y="990520"/>
                  </a:lnTo>
                  <a:lnTo>
                    <a:pt x="1748278" y="1018471"/>
                  </a:lnTo>
                  <a:lnTo>
                    <a:pt x="1713283" y="1046755"/>
                  </a:lnTo>
                  <a:lnTo>
                    <a:pt x="1678569" y="1075369"/>
                  </a:lnTo>
                  <a:lnTo>
                    <a:pt x="1644137" y="1104310"/>
                  </a:lnTo>
                  <a:lnTo>
                    <a:pt x="1609990" y="1133577"/>
                  </a:lnTo>
                  <a:lnTo>
                    <a:pt x="1576130" y="1163167"/>
                  </a:lnTo>
                  <a:lnTo>
                    <a:pt x="1542560" y="1193077"/>
                  </a:lnTo>
                  <a:lnTo>
                    <a:pt x="1509281" y="1223305"/>
                  </a:lnTo>
                  <a:lnTo>
                    <a:pt x="1476297" y="1253849"/>
                  </a:lnTo>
                  <a:lnTo>
                    <a:pt x="1443609" y="1284706"/>
                  </a:lnTo>
                  <a:lnTo>
                    <a:pt x="1411221" y="1315875"/>
                  </a:lnTo>
                  <a:lnTo>
                    <a:pt x="1379134" y="1347352"/>
                  </a:lnTo>
                  <a:lnTo>
                    <a:pt x="1347351" y="1379135"/>
                  </a:lnTo>
                  <a:lnTo>
                    <a:pt x="1315874" y="1411222"/>
                  </a:lnTo>
                  <a:lnTo>
                    <a:pt x="1284705" y="1443611"/>
                  </a:lnTo>
                  <a:lnTo>
                    <a:pt x="1253848" y="1476298"/>
                  </a:lnTo>
                  <a:lnTo>
                    <a:pt x="1223304" y="1509283"/>
                  </a:lnTo>
                  <a:lnTo>
                    <a:pt x="1193076" y="1542561"/>
                  </a:lnTo>
                  <a:lnTo>
                    <a:pt x="1163166" y="1576132"/>
                  </a:lnTo>
                  <a:lnTo>
                    <a:pt x="1133576" y="1609992"/>
                  </a:lnTo>
                  <a:lnTo>
                    <a:pt x="1104309" y="1644139"/>
                  </a:lnTo>
                  <a:lnTo>
                    <a:pt x="1075368" y="1678571"/>
                  </a:lnTo>
                  <a:lnTo>
                    <a:pt x="1046754" y="1713285"/>
                  </a:lnTo>
                  <a:lnTo>
                    <a:pt x="1018471" y="1748280"/>
                  </a:lnTo>
                  <a:lnTo>
                    <a:pt x="990519" y="1783552"/>
                  </a:lnTo>
                  <a:lnTo>
                    <a:pt x="962903" y="1819099"/>
                  </a:lnTo>
                  <a:lnTo>
                    <a:pt x="935624" y="1854919"/>
                  </a:lnTo>
                  <a:lnTo>
                    <a:pt x="908684" y="1891009"/>
                  </a:lnTo>
                  <a:lnTo>
                    <a:pt x="882087" y="1927368"/>
                  </a:lnTo>
                  <a:lnTo>
                    <a:pt x="855833" y="1963992"/>
                  </a:lnTo>
                  <a:lnTo>
                    <a:pt x="829927" y="2000880"/>
                  </a:lnTo>
                  <a:lnTo>
                    <a:pt x="804370" y="2038028"/>
                  </a:lnTo>
                  <a:lnTo>
                    <a:pt x="779164" y="2075435"/>
                  </a:lnTo>
                  <a:lnTo>
                    <a:pt x="754312" y="2113098"/>
                  </a:lnTo>
                  <a:lnTo>
                    <a:pt x="729816" y="2151015"/>
                  </a:lnTo>
                  <a:lnTo>
                    <a:pt x="705679" y="2189184"/>
                  </a:lnTo>
                  <a:lnTo>
                    <a:pt x="681903" y="2227601"/>
                  </a:lnTo>
                  <a:lnTo>
                    <a:pt x="658491" y="2266265"/>
                  </a:lnTo>
                  <a:lnTo>
                    <a:pt x="635444" y="2305173"/>
                  </a:lnTo>
                  <a:lnTo>
                    <a:pt x="612766" y="2344324"/>
                  </a:lnTo>
                  <a:lnTo>
                    <a:pt x="590458" y="2383713"/>
                  </a:lnTo>
                  <a:lnTo>
                    <a:pt x="568523" y="2423340"/>
                  </a:lnTo>
                  <a:lnTo>
                    <a:pt x="546963" y="2463201"/>
                  </a:lnTo>
                  <a:lnTo>
                    <a:pt x="525782" y="2503295"/>
                  </a:lnTo>
                  <a:lnTo>
                    <a:pt x="504980" y="2543619"/>
                  </a:lnTo>
                  <a:lnTo>
                    <a:pt x="484561" y="2584170"/>
                  </a:lnTo>
                  <a:lnTo>
                    <a:pt x="464526" y="2624946"/>
                  </a:lnTo>
                  <a:lnTo>
                    <a:pt x="444879" y="2665945"/>
                  </a:lnTo>
                  <a:lnTo>
                    <a:pt x="425622" y="2707165"/>
                  </a:lnTo>
                  <a:lnTo>
                    <a:pt x="406757" y="2748602"/>
                  </a:lnTo>
                  <a:lnTo>
                    <a:pt x="388286" y="2790255"/>
                  </a:lnTo>
                  <a:lnTo>
                    <a:pt x="370212" y="2832122"/>
                  </a:lnTo>
                  <a:lnTo>
                    <a:pt x="352537" y="2874199"/>
                  </a:lnTo>
                  <a:lnTo>
                    <a:pt x="335263" y="2916485"/>
                  </a:lnTo>
                  <a:lnTo>
                    <a:pt x="318394" y="2958977"/>
                  </a:lnTo>
                  <a:lnTo>
                    <a:pt x="301931" y="3001672"/>
                  </a:lnTo>
                  <a:lnTo>
                    <a:pt x="285877" y="3044569"/>
                  </a:lnTo>
                  <a:lnTo>
                    <a:pt x="270234" y="3087665"/>
                  </a:lnTo>
                  <a:lnTo>
                    <a:pt x="255004" y="3130958"/>
                  </a:lnTo>
                  <a:lnTo>
                    <a:pt x="240190" y="3174444"/>
                  </a:lnTo>
                  <a:lnTo>
                    <a:pt x="225795" y="3218123"/>
                  </a:lnTo>
                  <a:lnTo>
                    <a:pt x="211820" y="3261991"/>
                  </a:lnTo>
                  <a:lnTo>
                    <a:pt x="198268" y="3306045"/>
                  </a:lnTo>
                  <a:lnTo>
                    <a:pt x="185141" y="3350285"/>
                  </a:lnTo>
                  <a:lnTo>
                    <a:pt x="172443" y="3394707"/>
                  </a:lnTo>
                  <a:lnTo>
                    <a:pt x="160174" y="3439308"/>
                  </a:lnTo>
                  <a:lnTo>
                    <a:pt x="148338" y="3484087"/>
                  </a:lnTo>
                  <a:lnTo>
                    <a:pt x="136938" y="3529042"/>
                  </a:lnTo>
                  <a:lnTo>
                    <a:pt x="125974" y="3574169"/>
                  </a:lnTo>
                  <a:lnTo>
                    <a:pt x="115450" y="3619466"/>
                  </a:lnTo>
                  <a:lnTo>
                    <a:pt x="105368" y="3664931"/>
                  </a:lnTo>
                  <a:lnTo>
                    <a:pt x="95731" y="3710562"/>
                  </a:lnTo>
                  <a:lnTo>
                    <a:pt x="86541" y="3756356"/>
                  </a:lnTo>
                  <a:lnTo>
                    <a:pt x="77800" y="3802311"/>
                  </a:lnTo>
                  <a:lnTo>
                    <a:pt x="69510" y="3848424"/>
                  </a:lnTo>
                  <a:lnTo>
                    <a:pt x="61675" y="3894693"/>
                  </a:lnTo>
                  <a:lnTo>
                    <a:pt x="54296" y="3941116"/>
                  </a:lnTo>
                  <a:lnTo>
                    <a:pt x="47375" y="3987690"/>
                  </a:lnTo>
                  <a:lnTo>
                    <a:pt x="40916" y="4034413"/>
                  </a:lnTo>
                  <a:lnTo>
                    <a:pt x="34921" y="4081283"/>
                  </a:lnTo>
                  <a:lnTo>
                    <a:pt x="29391" y="4128296"/>
                  </a:lnTo>
                  <a:lnTo>
                    <a:pt x="24330" y="4175452"/>
                  </a:lnTo>
                  <a:lnTo>
                    <a:pt x="19739" y="4222747"/>
                  </a:lnTo>
                  <a:lnTo>
                    <a:pt x="15622" y="4270178"/>
                  </a:lnTo>
                  <a:lnTo>
                    <a:pt x="11980" y="4317745"/>
                  </a:lnTo>
                  <a:lnTo>
                    <a:pt x="8816" y="4365443"/>
                  </a:lnTo>
                  <a:lnTo>
                    <a:pt x="6132" y="4413271"/>
                  </a:lnTo>
                  <a:lnTo>
                    <a:pt x="3930" y="4461227"/>
                  </a:lnTo>
                  <a:lnTo>
                    <a:pt x="2214" y="4509308"/>
                  </a:lnTo>
                  <a:lnTo>
                    <a:pt x="985" y="4557511"/>
                  </a:lnTo>
                  <a:lnTo>
                    <a:pt x="246" y="4605835"/>
                  </a:lnTo>
                  <a:lnTo>
                    <a:pt x="0" y="4654277"/>
                  </a:lnTo>
                  <a:lnTo>
                    <a:pt x="0" y="6796892"/>
                  </a:lnTo>
                  <a:lnTo>
                    <a:pt x="419" y="6845027"/>
                  </a:lnTo>
                  <a:lnTo>
                    <a:pt x="1672" y="6892959"/>
                  </a:lnTo>
                  <a:lnTo>
                    <a:pt x="3752" y="6940681"/>
                  </a:lnTo>
                  <a:lnTo>
                    <a:pt x="6653" y="6988185"/>
                  </a:lnTo>
                  <a:lnTo>
                    <a:pt x="10366" y="7035466"/>
                  </a:lnTo>
                  <a:lnTo>
                    <a:pt x="14886" y="7082515"/>
                  </a:lnTo>
                  <a:lnTo>
                    <a:pt x="20205" y="7129326"/>
                  </a:lnTo>
                  <a:lnTo>
                    <a:pt x="26317" y="7175893"/>
                  </a:lnTo>
                  <a:lnTo>
                    <a:pt x="33214" y="7222207"/>
                  </a:lnTo>
                  <a:lnTo>
                    <a:pt x="40889" y="7268263"/>
                  </a:lnTo>
                  <a:lnTo>
                    <a:pt x="49336" y="7314053"/>
                  </a:lnTo>
                  <a:lnTo>
                    <a:pt x="58548" y="7359570"/>
                  </a:lnTo>
                  <a:lnTo>
                    <a:pt x="68518" y="7404808"/>
                  </a:lnTo>
                  <a:lnTo>
                    <a:pt x="79238" y="7449760"/>
                  </a:lnTo>
                  <a:lnTo>
                    <a:pt x="90702" y="7494418"/>
                  </a:lnTo>
                  <a:lnTo>
                    <a:pt x="102903" y="7538775"/>
                  </a:lnTo>
                  <a:lnTo>
                    <a:pt x="115834" y="7582825"/>
                  </a:lnTo>
                  <a:lnTo>
                    <a:pt x="129489" y="7626561"/>
                  </a:lnTo>
                  <a:lnTo>
                    <a:pt x="143859" y="7669976"/>
                  </a:lnTo>
                  <a:lnTo>
                    <a:pt x="158939" y="7713063"/>
                  </a:lnTo>
                  <a:lnTo>
                    <a:pt x="174721" y="7755815"/>
                  </a:lnTo>
                  <a:lnTo>
                    <a:pt x="191198" y="7798225"/>
                  </a:lnTo>
                  <a:lnTo>
                    <a:pt x="208364" y="7840286"/>
                  </a:lnTo>
                  <a:lnTo>
                    <a:pt x="226211" y="7881991"/>
                  </a:lnTo>
                  <a:lnTo>
                    <a:pt x="244733" y="7923334"/>
                  </a:lnTo>
                  <a:lnTo>
                    <a:pt x="263922" y="7964307"/>
                  </a:lnTo>
                  <a:lnTo>
                    <a:pt x="283772" y="8004903"/>
                  </a:lnTo>
                  <a:lnTo>
                    <a:pt x="304276" y="8045115"/>
                  </a:lnTo>
                  <a:lnTo>
                    <a:pt x="325427" y="8084938"/>
                  </a:lnTo>
                  <a:lnTo>
                    <a:pt x="347218" y="8124363"/>
                  </a:lnTo>
                  <a:lnTo>
                    <a:pt x="369642" y="8163383"/>
                  </a:lnTo>
                  <a:lnTo>
                    <a:pt x="392691" y="8201993"/>
                  </a:lnTo>
                  <a:lnTo>
                    <a:pt x="416360" y="8240184"/>
                  </a:lnTo>
                  <a:lnTo>
                    <a:pt x="440641" y="8277950"/>
                  </a:lnTo>
                  <a:lnTo>
                    <a:pt x="465528" y="8315284"/>
                  </a:lnTo>
                  <a:lnTo>
                    <a:pt x="491013" y="8352179"/>
                  </a:lnTo>
                  <a:lnTo>
                    <a:pt x="517089" y="8388628"/>
                  </a:lnTo>
                  <a:lnTo>
                    <a:pt x="543749" y="8424625"/>
                  </a:lnTo>
                  <a:lnTo>
                    <a:pt x="570988" y="8460161"/>
                  </a:lnTo>
                  <a:lnTo>
                    <a:pt x="598797" y="8495231"/>
                  </a:lnTo>
                  <a:lnTo>
                    <a:pt x="627169" y="8529828"/>
                  </a:lnTo>
                  <a:lnTo>
                    <a:pt x="656098" y="8563944"/>
                  </a:lnTo>
                  <a:lnTo>
                    <a:pt x="685578" y="8597572"/>
                  </a:lnTo>
                  <a:lnTo>
                    <a:pt x="715600" y="8630706"/>
                  </a:lnTo>
                  <a:lnTo>
                    <a:pt x="746158" y="8663339"/>
                  </a:lnTo>
                  <a:lnTo>
                    <a:pt x="777245" y="8695463"/>
                  </a:lnTo>
                  <a:lnTo>
                    <a:pt x="808854" y="8727072"/>
                  </a:lnTo>
                  <a:lnTo>
                    <a:pt x="840978" y="8758159"/>
                  </a:lnTo>
                  <a:lnTo>
                    <a:pt x="873611" y="8788717"/>
                  </a:lnTo>
                  <a:lnTo>
                    <a:pt x="906745" y="8818739"/>
                  </a:lnTo>
                  <a:lnTo>
                    <a:pt x="940373" y="8848219"/>
                  </a:lnTo>
                  <a:lnTo>
                    <a:pt x="974489" y="8877148"/>
                  </a:lnTo>
                  <a:lnTo>
                    <a:pt x="1009086" y="8905520"/>
                  </a:lnTo>
                  <a:lnTo>
                    <a:pt x="1044156" y="8933329"/>
                  </a:lnTo>
                  <a:lnTo>
                    <a:pt x="1079692" y="8960567"/>
                  </a:lnTo>
                  <a:lnTo>
                    <a:pt x="1115689" y="8987228"/>
                  </a:lnTo>
                  <a:lnTo>
                    <a:pt x="1152138" y="9013304"/>
                  </a:lnTo>
                  <a:lnTo>
                    <a:pt x="1189033" y="9038789"/>
                  </a:lnTo>
                  <a:lnTo>
                    <a:pt x="1226367" y="9063676"/>
                  </a:lnTo>
                  <a:lnTo>
                    <a:pt x="1264133" y="9087957"/>
                  </a:lnTo>
                  <a:lnTo>
                    <a:pt x="1302324" y="9111626"/>
                  </a:lnTo>
                  <a:lnTo>
                    <a:pt x="1340934" y="9134675"/>
                  </a:lnTo>
                  <a:lnTo>
                    <a:pt x="1379954" y="9157099"/>
                  </a:lnTo>
                  <a:lnTo>
                    <a:pt x="1419379" y="9178890"/>
                  </a:lnTo>
                  <a:lnTo>
                    <a:pt x="1459201" y="9200041"/>
                  </a:lnTo>
                  <a:lnTo>
                    <a:pt x="1499414" y="9220545"/>
                  </a:lnTo>
                  <a:lnTo>
                    <a:pt x="1540010" y="9240395"/>
                  </a:lnTo>
                  <a:lnTo>
                    <a:pt x="1580983" y="9259584"/>
                  </a:lnTo>
                  <a:lnTo>
                    <a:pt x="1622326" y="9278106"/>
                  </a:lnTo>
                  <a:lnTo>
                    <a:pt x="1664031" y="9295953"/>
                  </a:lnTo>
                  <a:lnTo>
                    <a:pt x="1706092" y="9313119"/>
                  </a:lnTo>
                  <a:lnTo>
                    <a:pt x="1748502" y="9329596"/>
                  </a:lnTo>
                  <a:lnTo>
                    <a:pt x="1791254" y="9345378"/>
                  </a:lnTo>
                  <a:lnTo>
                    <a:pt x="1834341" y="9360458"/>
                  </a:lnTo>
                  <a:lnTo>
                    <a:pt x="1877755" y="9374828"/>
                  </a:lnTo>
                  <a:lnTo>
                    <a:pt x="1921492" y="9388482"/>
                  </a:lnTo>
                  <a:lnTo>
                    <a:pt x="1965542" y="9401414"/>
                  </a:lnTo>
                  <a:lnTo>
                    <a:pt x="2009899" y="9413615"/>
                  </a:lnTo>
                  <a:lnTo>
                    <a:pt x="2054557" y="9425079"/>
                  </a:lnTo>
                  <a:lnTo>
                    <a:pt x="2099509" y="9435799"/>
                  </a:lnTo>
                  <a:lnTo>
                    <a:pt x="2144746" y="9445769"/>
                  </a:lnTo>
                  <a:lnTo>
                    <a:pt x="2190264" y="9454981"/>
                  </a:lnTo>
                  <a:lnTo>
                    <a:pt x="2236054" y="9463428"/>
                  </a:lnTo>
                  <a:lnTo>
                    <a:pt x="2282110" y="9471103"/>
                  </a:lnTo>
                  <a:lnTo>
                    <a:pt x="2328424" y="9478000"/>
                  </a:lnTo>
                  <a:lnTo>
                    <a:pt x="2374991" y="9484112"/>
                  </a:lnTo>
                  <a:lnTo>
                    <a:pt x="2421802" y="9489431"/>
                  </a:lnTo>
                  <a:lnTo>
                    <a:pt x="2468851" y="9493951"/>
                  </a:lnTo>
                  <a:lnTo>
                    <a:pt x="2516132" y="9497664"/>
                  </a:lnTo>
                  <a:lnTo>
                    <a:pt x="2563636" y="9500565"/>
                  </a:lnTo>
                  <a:lnTo>
                    <a:pt x="2611358" y="9502645"/>
                  </a:lnTo>
                  <a:lnTo>
                    <a:pt x="2659290" y="9503898"/>
                  </a:lnTo>
                  <a:lnTo>
                    <a:pt x="2707425" y="9504317"/>
                  </a:lnTo>
                  <a:lnTo>
                    <a:pt x="19743880" y="9504317"/>
                  </a:lnTo>
                  <a:lnTo>
                    <a:pt x="19743880" y="3210834"/>
                  </a:lnTo>
                  <a:lnTo>
                    <a:pt x="19743524" y="3162555"/>
                  </a:lnTo>
                  <a:lnTo>
                    <a:pt x="19742461" y="3114448"/>
                  </a:lnTo>
                  <a:lnTo>
                    <a:pt x="19740695" y="3066517"/>
                  </a:lnTo>
                  <a:lnTo>
                    <a:pt x="19738230" y="3018768"/>
                  </a:lnTo>
                  <a:lnTo>
                    <a:pt x="19735073" y="2971205"/>
                  </a:lnTo>
                  <a:lnTo>
                    <a:pt x="19731228" y="2923833"/>
                  </a:lnTo>
                  <a:lnTo>
                    <a:pt x="19726700" y="2876658"/>
                  </a:lnTo>
                  <a:lnTo>
                    <a:pt x="19721493" y="2829684"/>
                  </a:lnTo>
                  <a:lnTo>
                    <a:pt x="19715614" y="2782916"/>
                  </a:lnTo>
                  <a:lnTo>
                    <a:pt x="19709066" y="2736360"/>
                  </a:lnTo>
                  <a:lnTo>
                    <a:pt x="19701856" y="2690019"/>
                  </a:lnTo>
                  <a:lnTo>
                    <a:pt x="19693987" y="2643900"/>
                  </a:lnTo>
                  <a:lnTo>
                    <a:pt x="19685465" y="2598007"/>
                  </a:lnTo>
                  <a:lnTo>
                    <a:pt x="19676294" y="2552344"/>
                  </a:lnTo>
                  <a:lnTo>
                    <a:pt x="19666481" y="2506918"/>
                  </a:lnTo>
                  <a:lnTo>
                    <a:pt x="19656029" y="2461733"/>
                  </a:lnTo>
                  <a:lnTo>
                    <a:pt x="19644943" y="2416794"/>
                  </a:lnTo>
                  <a:lnTo>
                    <a:pt x="19633229" y="2372106"/>
                  </a:lnTo>
                  <a:lnTo>
                    <a:pt x="19620892" y="2327673"/>
                  </a:lnTo>
                  <a:lnTo>
                    <a:pt x="19607937" y="2283502"/>
                  </a:lnTo>
                  <a:lnTo>
                    <a:pt x="19594367" y="2239596"/>
                  </a:lnTo>
                  <a:lnTo>
                    <a:pt x="19580190" y="2195961"/>
                  </a:lnTo>
                  <a:lnTo>
                    <a:pt x="19565409" y="2152602"/>
                  </a:lnTo>
                  <a:lnTo>
                    <a:pt x="19550029" y="2109523"/>
                  </a:lnTo>
                  <a:lnTo>
                    <a:pt x="19534055" y="2066731"/>
                  </a:lnTo>
                  <a:lnTo>
                    <a:pt x="19517493" y="2024229"/>
                  </a:lnTo>
                  <a:lnTo>
                    <a:pt x="19500347" y="1982022"/>
                  </a:lnTo>
                  <a:lnTo>
                    <a:pt x="19482623" y="1940116"/>
                  </a:lnTo>
                  <a:lnTo>
                    <a:pt x="19464325" y="1898516"/>
                  </a:lnTo>
                  <a:lnTo>
                    <a:pt x="19445458" y="1857226"/>
                  </a:lnTo>
                  <a:lnTo>
                    <a:pt x="19426027" y="1816252"/>
                  </a:lnTo>
                  <a:lnTo>
                    <a:pt x="19406037" y="1775598"/>
                  </a:lnTo>
                  <a:lnTo>
                    <a:pt x="19385493" y="1735270"/>
                  </a:lnTo>
                  <a:lnTo>
                    <a:pt x="19364401" y="1695272"/>
                  </a:lnTo>
                  <a:lnTo>
                    <a:pt x="19342764" y="1655609"/>
                  </a:lnTo>
                  <a:lnTo>
                    <a:pt x="19320589" y="1616287"/>
                  </a:lnTo>
                  <a:lnTo>
                    <a:pt x="19297879" y="1577310"/>
                  </a:lnTo>
                  <a:lnTo>
                    <a:pt x="19274640" y="1538683"/>
                  </a:lnTo>
                  <a:lnTo>
                    <a:pt x="19250878" y="1500411"/>
                  </a:lnTo>
                  <a:lnTo>
                    <a:pt x="19226596" y="1462500"/>
                  </a:lnTo>
                  <a:lnTo>
                    <a:pt x="19201800" y="1424954"/>
                  </a:lnTo>
                  <a:lnTo>
                    <a:pt x="19176495" y="1387778"/>
                  </a:lnTo>
                  <a:lnTo>
                    <a:pt x="19150685" y="1350977"/>
                  </a:lnTo>
                  <a:lnTo>
                    <a:pt x="19124377" y="1314556"/>
                  </a:lnTo>
                  <a:lnTo>
                    <a:pt x="19097574" y="1278520"/>
                  </a:lnTo>
                  <a:lnTo>
                    <a:pt x="19070281" y="1242874"/>
                  </a:lnTo>
                  <a:lnTo>
                    <a:pt x="19042505" y="1207623"/>
                  </a:lnTo>
                  <a:lnTo>
                    <a:pt x="19014249" y="1172772"/>
                  </a:lnTo>
                  <a:lnTo>
                    <a:pt x="18985518" y="1138326"/>
                  </a:lnTo>
                  <a:lnTo>
                    <a:pt x="18956318" y="1104290"/>
                  </a:lnTo>
                  <a:lnTo>
                    <a:pt x="18926654" y="1070668"/>
                  </a:lnTo>
                  <a:lnTo>
                    <a:pt x="18896530" y="1037467"/>
                  </a:lnTo>
                  <a:lnTo>
                    <a:pt x="18865951" y="1004690"/>
                  </a:lnTo>
                  <a:lnTo>
                    <a:pt x="18834923" y="972343"/>
                  </a:lnTo>
                  <a:lnTo>
                    <a:pt x="18803451" y="940430"/>
                  </a:lnTo>
                  <a:lnTo>
                    <a:pt x="18771538" y="908958"/>
                  </a:lnTo>
                  <a:lnTo>
                    <a:pt x="18739191" y="877929"/>
                  </a:lnTo>
                  <a:lnTo>
                    <a:pt x="18706414" y="847351"/>
                  </a:lnTo>
                  <a:lnTo>
                    <a:pt x="18673213" y="817227"/>
                  </a:lnTo>
                  <a:lnTo>
                    <a:pt x="18639591" y="787562"/>
                  </a:lnTo>
                  <a:lnTo>
                    <a:pt x="18605555" y="758362"/>
                  </a:lnTo>
                  <a:lnTo>
                    <a:pt x="18571109" y="729632"/>
                  </a:lnTo>
                  <a:lnTo>
                    <a:pt x="18536258" y="701376"/>
                  </a:lnTo>
                  <a:lnTo>
                    <a:pt x="18501008" y="673599"/>
                  </a:lnTo>
                  <a:lnTo>
                    <a:pt x="18465362" y="646307"/>
                  </a:lnTo>
                  <a:lnTo>
                    <a:pt x="18429326" y="619504"/>
                  </a:lnTo>
                  <a:lnTo>
                    <a:pt x="18392905" y="593195"/>
                  </a:lnTo>
                  <a:lnTo>
                    <a:pt x="18356104" y="567385"/>
                  </a:lnTo>
                  <a:lnTo>
                    <a:pt x="18318928" y="542080"/>
                  </a:lnTo>
                  <a:lnTo>
                    <a:pt x="18281382" y="517284"/>
                  </a:lnTo>
                  <a:lnTo>
                    <a:pt x="18243471" y="493002"/>
                  </a:lnTo>
                  <a:lnTo>
                    <a:pt x="18205200" y="469240"/>
                  </a:lnTo>
                  <a:lnTo>
                    <a:pt x="18166573" y="446001"/>
                  </a:lnTo>
                  <a:lnTo>
                    <a:pt x="18127596" y="423291"/>
                  </a:lnTo>
                  <a:lnTo>
                    <a:pt x="18088274" y="401116"/>
                  </a:lnTo>
                  <a:lnTo>
                    <a:pt x="18048611" y="379479"/>
                  </a:lnTo>
                  <a:lnTo>
                    <a:pt x="18008613" y="358387"/>
                  </a:lnTo>
                  <a:lnTo>
                    <a:pt x="17968285" y="337843"/>
                  </a:lnTo>
                  <a:lnTo>
                    <a:pt x="17927632" y="317853"/>
                  </a:lnTo>
                  <a:lnTo>
                    <a:pt x="17886657" y="298422"/>
                  </a:lnTo>
                  <a:lnTo>
                    <a:pt x="17845368" y="279555"/>
                  </a:lnTo>
                  <a:lnTo>
                    <a:pt x="17803768" y="261257"/>
                  </a:lnTo>
                  <a:lnTo>
                    <a:pt x="17761862" y="243532"/>
                  </a:lnTo>
                  <a:lnTo>
                    <a:pt x="17719656" y="226386"/>
                  </a:lnTo>
                  <a:lnTo>
                    <a:pt x="17677154" y="209824"/>
                  </a:lnTo>
                  <a:lnTo>
                    <a:pt x="17634361" y="193851"/>
                  </a:lnTo>
                  <a:lnTo>
                    <a:pt x="17591283" y="178471"/>
                  </a:lnTo>
                  <a:lnTo>
                    <a:pt x="17547924" y="163690"/>
                  </a:lnTo>
                  <a:lnTo>
                    <a:pt x="17504289" y="149512"/>
                  </a:lnTo>
                  <a:lnTo>
                    <a:pt x="17460384" y="135943"/>
                  </a:lnTo>
                  <a:lnTo>
                    <a:pt x="17416212" y="122987"/>
                  </a:lnTo>
                  <a:lnTo>
                    <a:pt x="17371780" y="110650"/>
                  </a:lnTo>
                  <a:lnTo>
                    <a:pt x="17327092" y="98936"/>
                  </a:lnTo>
                  <a:lnTo>
                    <a:pt x="17282153" y="87851"/>
                  </a:lnTo>
                  <a:lnTo>
                    <a:pt x="17236968" y="77399"/>
                  </a:lnTo>
                  <a:lnTo>
                    <a:pt x="17191542" y="67585"/>
                  </a:lnTo>
                  <a:lnTo>
                    <a:pt x="17145880" y="58415"/>
                  </a:lnTo>
                  <a:lnTo>
                    <a:pt x="17099987" y="49893"/>
                  </a:lnTo>
                  <a:lnTo>
                    <a:pt x="17053868" y="42024"/>
                  </a:lnTo>
                  <a:lnTo>
                    <a:pt x="17007528" y="34813"/>
                  </a:lnTo>
                  <a:lnTo>
                    <a:pt x="16960971" y="28266"/>
                  </a:lnTo>
                  <a:lnTo>
                    <a:pt x="16914204" y="22386"/>
                  </a:lnTo>
                  <a:lnTo>
                    <a:pt x="16867230" y="17180"/>
                  </a:lnTo>
                  <a:lnTo>
                    <a:pt x="16820055" y="12652"/>
                  </a:lnTo>
                  <a:lnTo>
                    <a:pt x="16772684" y="8806"/>
                  </a:lnTo>
                  <a:lnTo>
                    <a:pt x="16725121" y="5649"/>
                  </a:lnTo>
                  <a:lnTo>
                    <a:pt x="16677372" y="3185"/>
                  </a:lnTo>
                  <a:lnTo>
                    <a:pt x="16629441" y="1419"/>
                  </a:lnTo>
                  <a:lnTo>
                    <a:pt x="16581335" y="355"/>
                  </a:lnTo>
                  <a:lnTo>
                    <a:pt x="16533056" y="0"/>
                  </a:lnTo>
                  <a:close/>
                </a:path>
              </a:pathLst>
            </a:custGeom>
            <a:solidFill>
              <a:srgbClr val="DDDEE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8" name="object 8"/>
            <p:cNvSpPr/>
            <p:nvPr/>
          </p:nvSpPr>
          <p:spPr>
            <a:xfrm>
              <a:off x="18116131" y="10691882"/>
              <a:ext cx="1114425" cy="20955"/>
            </a:xfrm>
            <a:custGeom>
              <a:avLst/>
              <a:gdLst/>
              <a:ahLst/>
              <a:cxnLst/>
              <a:rect l="l" t="t" r="r" b="b"/>
              <a:pathLst>
                <a:path w="1114425" h="20954">
                  <a:moveTo>
                    <a:pt x="43827" y="11379"/>
                  </a:moveTo>
                  <a:lnTo>
                    <a:pt x="43751" y="9347"/>
                  </a:lnTo>
                  <a:lnTo>
                    <a:pt x="42887" y="8572"/>
                  </a:lnTo>
                  <a:lnTo>
                    <a:pt x="0" y="10439"/>
                  </a:lnTo>
                  <a:lnTo>
                    <a:pt x="41884" y="12268"/>
                  </a:lnTo>
                  <a:lnTo>
                    <a:pt x="43053" y="12217"/>
                  </a:lnTo>
                  <a:lnTo>
                    <a:pt x="43827" y="11379"/>
                  </a:lnTo>
                  <a:close/>
                </a:path>
                <a:path w="1114425" h="20954">
                  <a:moveTo>
                    <a:pt x="130543" y="12852"/>
                  </a:moveTo>
                  <a:lnTo>
                    <a:pt x="130365" y="7721"/>
                  </a:lnTo>
                  <a:lnTo>
                    <a:pt x="128219" y="5702"/>
                  </a:lnTo>
                  <a:lnTo>
                    <a:pt x="83769" y="7200"/>
                  </a:lnTo>
                  <a:lnTo>
                    <a:pt x="82080" y="7264"/>
                  </a:lnTo>
                  <a:lnTo>
                    <a:pt x="80695" y="8623"/>
                  </a:lnTo>
                  <a:lnTo>
                    <a:pt x="80581" y="12115"/>
                  </a:lnTo>
                  <a:lnTo>
                    <a:pt x="81978" y="13614"/>
                  </a:lnTo>
                  <a:lnTo>
                    <a:pt x="125653" y="15087"/>
                  </a:lnTo>
                  <a:lnTo>
                    <a:pt x="128536" y="15011"/>
                  </a:lnTo>
                  <a:lnTo>
                    <a:pt x="130543" y="12852"/>
                  </a:lnTo>
                  <a:close/>
                </a:path>
                <a:path w="1114425" h="20954">
                  <a:moveTo>
                    <a:pt x="216522" y="14058"/>
                  </a:moveTo>
                  <a:lnTo>
                    <a:pt x="216344" y="6489"/>
                  </a:lnTo>
                  <a:lnTo>
                    <a:pt x="213194" y="3505"/>
                  </a:lnTo>
                  <a:lnTo>
                    <a:pt x="167538" y="4610"/>
                  </a:lnTo>
                  <a:lnTo>
                    <a:pt x="164452" y="4699"/>
                  </a:lnTo>
                  <a:lnTo>
                    <a:pt x="161925" y="7175"/>
                  </a:lnTo>
                  <a:lnTo>
                    <a:pt x="161772" y="13512"/>
                  </a:lnTo>
                  <a:lnTo>
                    <a:pt x="164325" y="16192"/>
                  </a:lnTo>
                  <a:lnTo>
                    <a:pt x="209423" y="17284"/>
                  </a:lnTo>
                  <a:lnTo>
                    <a:pt x="213537" y="17195"/>
                  </a:lnTo>
                  <a:lnTo>
                    <a:pt x="216522" y="14058"/>
                  </a:lnTo>
                  <a:close/>
                </a:path>
                <a:path w="1114425" h="20954">
                  <a:moveTo>
                    <a:pt x="301815" y="14935"/>
                  </a:moveTo>
                  <a:lnTo>
                    <a:pt x="301650" y="5651"/>
                  </a:lnTo>
                  <a:lnTo>
                    <a:pt x="297827" y="1955"/>
                  </a:lnTo>
                  <a:lnTo>
                    <a:pt x="251307" y="2781"/>
                  </a:lnTo>
                  <a:lnTo>
                    <a:pt x="247192" y="2844"/>
                  </a:lnTo>
                  <a:lnTo>
                    <a:pt x="243852" y="6172"/>
                  </a:lnTo>
                  <a:lnTo>
                    <a:pt x="243700" y="14541"/>
                  </a:lnTo>
                  <a:lnTo>
                    <a:pt x="247078" y="18034"/>
                  </a:lnTo>
                  <a:lnTo>
                    <a:pt x="293192" y="18834"/>
                  </a:lnTo>
                  <a:lnTo>
                    <a:pt x="298119" y="18757"/>
                  </a:lnTo>
                  <a:lnTo>
                    <a:pt x="301815" y="14935"/>
                  </a:lnTo>
                  <a:close/>
                </a:path>
                <a:path w="1114425" h="20954">
                  <a:moveTo>
                    <a:pt x="386562" y="15557"/>
                  </a:moveTo>
                  <a:lnTo>
                    <a:pt x="386448" y="5118"/>
                  </a:lnTo>
                  <a:lnTo>
                    <a:pt x="382181" y="927"/>
                  </a:lnTo>
                  <a:lnTo>
                    <a:pt x="335076" y="1422"/>
                  </a:lnTo>
                  <a:lnTo>
                    <a:pt x="330174" y="1485"/>
                  </a:lnTo>
                  <a:lnTo>
                    <a:pt x="326199" y="5435"/>
                  </a:lnTo>
                  <a:lnTo>
                    <a:pt x="326097" y="15328"/>
                  </a:lnTo>
                  <a:lnTo>
                    <a:pt x="330098" y="19405"/>
                  </a:lnTo>
                  <a:lnTo>
                    <a:pt x="376948" y="19900"/>
                  </a:lnTo>
                  <a:lnTo>
                    <a:pt x="382384" y="19850"/>
                  </a:lnTo>
                  <a:lnTo>
                    <a:pt x="386562" y="15557"/>
                  </a:lnTo>
                  <a:close/>
                </a:path>
                <a:path w="1114425" h="20954">
                  <a:moveTo>
                    <a:pt x="470928" y="15976"/>
                  </a:moveTo>
                  <a:lnTo>
                    <a:pt x="470865" y="4787"/>
                  </a:lnTo>
                  <a:lnTo>
                    <a:pt x="466318" y="279"/>
                  </a:lnTo>
                  <a:lnTo>
                    <a:pt x="418833" y="546"/>
                  </a:lnTo>
                  <a:lnTo>
                    <a:pt x="413423" y="571"/>
                  </a:lnTo>
                  <a:lnTo>
                    <a:pt x="409028" y="4965"/>
                  </a:lnTo>
                  <a:lnTo>
                    <a:pt x="408965" y="15849"/>
                  </a:lnTo>
                  <a:lnTo>
                    <a:pt x="413372" y="20307"/>
                  </a:lnTo>
                  <a:lnTo>
                    <a:pt x="466432" y="20548"/>
                  </a:lnTo>
                  <a:lnTo>
                    <a:pt x="470928" y="15976"/>
                  </a:lnTo>
                  <a:close/>
                </a:path>
                <a:path w="1114425" h="20954">
                  <a:moveTo>
                    <a:pt x="554964" y="16154"/>
                  </a:moveTo>
                  <a:lnTo>
                    <a:pt x="554926" y="4648"/>
                  </a:lnTo>
                  <a:lnTo>
                    <a:pt x="550252" y="0"/>
                  </a:lnTo>
                  <a:lnTo>
                    <a:pt x="502602" y="165"/>
                  </a:lnTo>
                  <a:lnTo>
                    <a:pt x="496963" y="190"/>
                  </a:lnTo>
                  <a:lnTo>
                    <a:pt x="492379" y="4749"/>
                  </a:lnTo>
                  <a:lnTo>
                    <a:pt x="492340" y="16078"/>
                  </a:lnTo>
                  <a:lnTo>
                    <a:pt x="496925" y="20688"/>
                  </a:lnTo>
                  <a:lnTo>
                    <a:pt x="550316" y="20853"/>
                  </a:lnTo>
                  <a:lnTo>
                    <a:pt x="554964" y="16154"/>
                  </a:lnTo>
                  <a:close/>
                </a:path>
                <a:path w="1114425" h="20954">
                  <a:moveTo>
                    <a:pt x="638467" y="4826"/>
                  </a:moveTo>
                  <a:lnTo>
                    <a:pt x="633895" y="241"/>
                  </a:lnTo>
                  <a:lnTo>
                    <a:pt x="586371" y="63"/>
                  </a:lnTo>
                  <a:lnTo>
                    <a:pt x="580567" y="88"/>
                  </a:lnTo>
                  <a:lnTo>
                    <a:pt x="575945" y="4749"/>
                  </a:lnTo>
                  <a:lnTo>
                    <a:pt x="575983" y="16205"/>
                  </a:lnTo>
                  <a:lnTo>
                    <a:pt x="580644" y="20828"/>
                  </a:lnTo>
                  <a:lnTo>
                    <a:pt x="633869" y="20637"/>
                  </a:lnTo>
                  <a:lnTo>
                    <a:pt x="638429" y="16103"/>
                  </a:lnTo>
                  <a:lnTo>
                    <a:pt x="638467" y="4826"/>
                  </a:lnTo>
                  <a:close/>
                </a:path>
                <a:path w="1114425" h="20954">
                  <a:moveTo>
                    <a:pt x="721728" y="5143"/>
                  </a:moveTo>
                  <a:lnTo>
                    <a:pt x="717410" y="736"/>
                  </a:lnTo>
                  <a:lnTo>
                    <a:pt x="670140" y="368"/>
                  </a:lnTo>
                  <a:lnTo>
                    <a:pt x="664413" y="406"/>
                  </a:lnTo>
                  <a:lnTo>
                    <a:pt x="659942" y="4953"/>
                  </a:lnTo>
                  <a:lnTo>
                    <a:pt x="660019" y="16078"/>
                  </a:lnTo>
                  <a:lnTo>
                    <a:pt x="664578" y="20561"/>
                  </a:lnTo>
                  <a:lnTo>
                    <a:pt x="717334" y="20142"/>
                  </a:lnTo>
                  <a:lnTo>
                    <a:pt x="721639" y="15849"/>
                  </a:lnTo>
                  <a:lnTo>
                    <a:pt x="721728" y="5143"/>
                  </a:lnTo>
                  <a:close/>
                </a:path>
                <a:path w="1114425" h="20954">
                  <a:moveTo>
                    <a:pt x="804608" y="5638"/>
                  </a:moveTo>
                  <a:lnTo>
                    <a:pt x="800684" y="1638"/>
                  </a:lnTo>
                  <a:lnTo>
                    <a:pt x="753910" y="1143"/>
                  </a:lnTo>
                  <a:lnTo>
                    <a:pt x="748576" y="1193"/>
                  </a:lnTo>
                  <a:lnTo>
                    <a:pt x="744448" y="5397"/>
                  </a:lnTo>
                  <a:lnTo>
                    <a:pt x="744562" y="15671"/>
                  </a:lnTo>
                  <a:lnTo>
                    <a:pt x="748766" y="19786"/>
                  </a:lnTo>
                  <a:lnTo>
                    <a:pt x="800582" y="19240"/>
                  </a:lnTo>
                  <a:lnTo>
                    <a:pt x="804506" y="15367"/>
                  </a:lnTo>
                  <a:lnTo>
                    <a:pt x="804608" y="5638"/>
                  </a:lnTo>
                  <a:close/>
                </a:path>
                <a:path w="1114425" h="20954">
                  <a:moveTo>
                    <a:pt x="886891" y="6489"/>
                  </a:moveTo>
                  <a:lnTo>
                    <a:pt x="883640" y="3124"/>
                  </a:lnTo>
                  <a:lnTo>
                    <a:pt x="837679" y="2311"/>
                  </a:lnTo>
                  <a:lnTo>
                    <a:pt x="832904" y="2387"/>
                  </a:lnTo>
                  <a:lnTo>
                    <a:pt x="829322" y="6096"/>
                  </a:lnTo>
                  <a:lnTo>
                    <a:pt x="829475" y="15074"/>
                  </a:lnTo>
                  <a:lnTo>
                    <a:pt x="833183" y="18643"/>
                  </a:lnTo>
                  <a:lnTo>
                    <a:pt x="883513" y="17754"/>
                  </a:lnTo>
                  <a:lnTo>
                    <a:pt x="886752" y="14566"/>
                  </a:lnTo>
                  <a:lnTo>
                    <a:pt x="886891" y="6489"/>
                  </a:lnTo>
                  <a:close/>
                </a:path>
                <a:path w="1114425" h="20954">
                  <a:moveTo>
                    <a:pt x="968705" y="7569"/>
                  </a:moveTo>
                  <a:lnTo>
                    <a:pt x="966330" y="5080"/>
                  </a:lnTo>
                  <a:lnTo>
                    <a:pt x="921435" y="3987"/>
                  </a:lnTo>
                  <a:lnTo>
                    <a:pt x="917549" y="4064"/>
                  </a:lnTo>
                  <a:lnTo>
                    <a:pt x="914742" y="7023"/>
                  </a:lnTo>
                  <a:lnTo>
                    <a:pt x="914908" y="14173"/>
                  </a:lnTo>
                  <a:lnTo>
                    <a:pt x="917867" y="16992"/>
                  </a:lnTo>
                  <a:lnTo>
                    <a:pt x="966203" y="15798"/>
                  </a:lnTo>
                  <a:lnTo>
                    <a:pt x="968565" y="13474"/>
                  </a:lnTo>
                  <a:lnTo>
                    <a:pt x="968705" y="7569"/>
                  </a:lnTo>
                  <a:close/>
                </a:path>
                <a:path w="1114425" h="20954">
                  <a:moveTo>
                    <a:pt x="1049731" y="9055"/>
                  </a:moveTo>
                  <a:lnTo>
                    <a:pt x="1048562" y="7810"/>
                  </a:lnTo>
                  <a:lnTo>
                    <a:pt x="1005205" y="6350"/>
                  </a:lnTo>
                  <a:lnTo>
                    <a:pt x="1002665" y="6413"/>
                  </a:lnTo>
                  <a:lnTo>
                    <a:pt x="1000887" y="8318"/>
                  </a:lnTo>
                  <a:lnTo>
                    <a:pt x="1001052" y="12839"/>
                  </a:lnTo>
                  <a:lnTo>
                    <a:pt x="1002944" y="14617"/>
                  </a:lnTo>
                  <a:lnTo>
                    <a:pt x="1048486" y="13068"/>
                  </a:lnTo>
                  <a:lnTo>
                    <a:pt x="1049629" y="11950"/>
                  </a:lnTo>
                  <a:lnTo>
                    <a:pt x="1049731" y="9055"/>
                  </a:lnTo>
                  <a:close/>
                </a:path>
                <a:path w="1114425" h="20954">
                  <a:moveTo>
                    <a:pt x="1113828" y="10439"/>
                  </a:moveTo>
                  <a:lnTo>
                    <a:pt x="1088974" y="9309"/>
                  </a:lnTo>
                  <a:lnTo>
                    <a:pt x="1088250" y="9347"/>
                  </a:lnTo>
                  <a:lnTo>
                    <a:pt x="1087767" y="9867"/>
                  </a:lnTo>
                  <a:lnTo>
                    <a:pt x="1087818" y="11112"/>
                  </a:lnTo>
                  <a:lnTo>
                    <a:pt x="1088351" y="11607"/>
                  </a:lnTo>
                  <a:lnTo>
                    <a:pt x="1113828" y="10439"/>
                  </a:lnTo>
                  <a:close/>
                </a:path>
              </a:pathLst>
            </a:custGeom>
            <a:solidFill>
              <a:srgbClr val="00AB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565161" y="5465718"/>
            <a:ext cx="3604260" cy="1410970"/>
          </a:xfrm>
          <a:prstGeom prst="rect">
            <a:avLst/>
          </a:prstGeom>
          <a:ln w="10470">
            <a:solidFill>
              <a:srgbClr val="BD4A5F"/>
            </a:solidFill>
          </a:ln>
        </p:spPr>
        <p:txBody>
          <a:bodyPr vert="horz" wrap="square" lIns="0" tIns="167005" rIns="0" bIns="0" rtlCol="0">
            <a:spAutoFit/>
          </a:bodyPr>
          <a:lstStyle/>
          <a:p>
            <a:pPr marL="604520" marR="701675" indent="-12700">
              <a:lnSpc>
                <a:spcPct val="100899"/>
              </a:lnSpc>
              <a:spcBef>
                <a:spcPts val="1315"/>
              </a:spcBef>
            </a:pPr>
            <a:r>
              <a:rPr sz="3250" b="1" spc="-100" dirty="0">
                <a:solidFill>
                  <a:srgbClr val="BD4A5F"/>
                </a:solidFill>
                <a:latin typeface="Century Gothic"/>
                <a:cs typeface="Century Gothic"/>
              </a:rPr>
              <a:t>Event-</a:t>
            </a:r>
            <a:r>
              <a:rPr sz="3250" b="1" spc="-190" dirty="0">
                <a:solidFill>
                  <a:srgbClr val="BD4A5F"/>
                </a:solidFill>
                <a:latin typeface="Century Gothic"/>
                <a:cs typeface="Century Gothic"/>
              </a:rPr>
              <a:t>Based </a:t>
            </a:r>
            <a:r>
              <a:rPr sz="3250" b="1" spc="-105" dirty="0">
                <a:solidFill>
                  <a:srgbClr val="BD4A5F"/>
                </a:solidFill>
                <a:latin typeface="Century Gothic"/>
                <a:cs typeface="Century Gothic"/>
              </a:rPr>
              <a:t>Surveillance</a:t>
            </a:r>
            <a:endParaRPr sz="3250" dirty="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35641" y="5465718"/>
            <a:ext cx="3604260" cy="1410970"/>
          </a:xfrm>
          <a:prstGeom prst="rect">
            <a:avLst/>
          </a:prstGeom>
          <a:ln w="10470">
            <a:solidFill>
              <a:srgbClr val="BD4A5F"/>
            </a:solidFill>
          </a:ln>
        </p:spPr>
        <p:txBody>
          <a:bodyPr vert="horz" wrap="square" lIns="0" tIns="167005" rIns="0" bIns="0" rtlCol="0">
            <a:spAutoFit/>
          </a:bodyPr>
          <a:lstStyle/>
          <a:p>
            <a:pPr marL="603885" marR="383540" indent="-329565">
              <a:lnSpc>
                <a:spcPct val="100899"/>
              </a:lnSpc>
              <a:spcBef>
                <a:spcPts val="1315"/>
              </a:spcBef>
            </a:pPr>
            <a:r>
              <a:rPr sz="3250" b="1" spc="-120" dirty="0">
                <a:solidFill>
                  <a:srgbClr val="BD4A5F"/>
                </a:solidFill>
                <a:latin typeface="Century Gothic"/>
                <a:cs typeface="Century Gothic"/>
              </a:rPr>
              <a:t>Indicator-</a:t>
            </a:r>
            <a:r>
              <a:rPr sz="3250" b="1" spc="-195" dirty="0">
                <a:solidFill>
                  <a:srgbClr val="BD4A5F"/>
                </a:solidFill>
                <a:latin typeface="Century Gothic"/>
                <a:cs typeface="Century Gothic"/>
              </a:rPr>
              <a:t>Based </a:t>
            </a:r>
            <a:r>
              <a:rPr sz="3250" b="1" spc="-30" dirty="0">
                <a:solidFill>
                  <a:srgbClr val="BD4A5F"/>
                </a:solidFill>
                <a:latin typeface="Century Gothic"/>
                <a:cs typeface="Century Gothic"/>
              </a:rPr>
              <a:t>Surveillance</a:t>
            </a:r>
            <a:endParaRPr sz="3250" dirty="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563659" y="2831236"/>
            <a:ext cx="5974715" cy="673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50" spc="-170" dirty="0">
                <a:solidFill>
                  <a:srgbClr val="BD4A5F"/>
                </a:solidFill>
              </a:rPr>
              <a:t>Surveillance</a:t>
            </a:r>
            <a:r>
              <a:rPr sz="4250" spc="-250" dirty="0">
                <a:solidFill>
                  <a:srgbClr val="BD4A5F"/>
                </a:solidFill>
              </a:rPr>
              <a:t> </a:t>
            </a:r>
            <a:r>
              <a:rPr sz="4250" spc="-50" dirty="0">
                <a:solidFill>
                  <a:srgbClr val="BD4A5F"/>
                </a:solidFill>
              </a:rPr>
              <a:t>Information</a:t>
            </a:r>
            <a:endParaRPr sz="4250" dirty="0"/>
          </a:p>
        </p:txBody>
      </p:sp>
      <p:sp>
        <p:nvSpPr>
          <p:cNvPr id="12" name="object 12"/>
          <p:cNvSpPr txBox="1"/>
          <p:nvPr/>
        </p:nvSpPr>
        <p:spPr>
          <a:xfrm>
            <a:off x="11437139" y="2831236"/>
            <a:ext cx="5907405" cy="673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50" b="1" spc="-190" dirty="0">
                <a:solidFill>
                  <a:srgbClr val="494846"/>
                </a:solidFill>
                <a:latin typeface="Century Gothic"/>
                <a:cs typeface="Century Gothic"/>
              </a:rPr>
              <a:t>Operational</a:t>
            </a:r>
            <a:r>
              <a:rPr sz="4250" b="1" spc="-270" dirty="0">
                <a:solidFill>
                  <a:srgbClr val="494846"/>
                </a:solidFill>
                <a:latin typeface="Century Gothic"/>
                <a:cs typeface="Century Gothic"/>
              </a:rPr>
              <a:t> </a:t>
            </a:r>
            <a:r>
              <a:rPr sz="4250" b="1" spc="-55" dirty="0">
                <a:solidFill>
                  <a:srgbClr val="494846"/>
                </a:solidFill>
                <a:latin typeface="Century Gothic"/>
                <a:cs typeface="Century Gothic"/>
              </a:rPr>
              <a:t>Information</a:t>
            </a:r>
            <a:endParaRPr sz="4250" dirty="0">
              <a:latin typeface="Century Gothic"/>
              <a:cs typeface="Century Gothic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684204" y="3328263"/>
            <a:ext cx="15376525" cy="7099300"/>
            <a:chOff x="2684204" y="3328263"/>
            <a:chExt cx="15376525" cy="7099300"/>
          </a:xfrm>
        </p:grpSpPr>
        <p:sp>
          <p:nvSpPr>
            <p:cNvPr id="14" name="object 14"/>
            <p:cNvSpPr/>
            <p:nvPr/>
          </p:nvSpPr>
          <p:spPr>
            <a:xfrm>
              <a:off x="2684195" y="3328269"/>
              <a:ext cx="7655559" cy="473709"/>
            </a:xfrm>
            <a:custGeom>
              <a:avLst/>
              <a:gdLst/>
              <a:ahLst/>
              <a:cxnLst/>
              <a:rect l="l" t="t" r="r" b="b"/>
              <a:pathLst>
                <a:path w="7655559" h="473710">
                  <a:moveTo>
                    <a:pt x="7655077" y="236677"/>
                  </a:moveTo>
                  <a:lnTo>
                    <a:pt x="7654328" y="189064"/>
                  </a:lnTo>
                  <a:lnTo>
                    <a:pt x="7652309" y="141592"/>
                  </a:lnTo>
                  <a:lnTo>
                    <a:pt x="7648562" y="94259"/>
                  </a:lnTo>
                  <a:lnTo>
                    <a:pt x="7642657" y="47053"/>
                  </a:lnTo>
                  <a:lnTo>
                    <a:pt x="7634148" y="0"/>
                  </a:lnTo>
                  <a:lnTo>
                    <a:pt x="7625639" y="47053"/>
                  </a:lnTo>
                  <a:lnTo>
                    <a:pt x="7619733" y="94259"/>
                  </a:lnTo>
                  <a:lnTo>
                    <a:pt x="7615999" y="141592"/>
                  </a:lnTo>
                  <a:lnTo>
                    <a:pt x="7613980" y="189064"/>
                  </a:lnTo>
                  <a:lnTo>
                    <a:pt x="7613218" y="236448"/>
                  </a:lnTo>
                  <a:lnTo>
                    <a:pt x="7533335" y="235534"/>
                  </a:lnTo>
                  <a:lnTo>
                    <a:pt x="6216548" y="223735"/>
                  </a:lnTo>
                  <a:lnTo>
                    <a:pt x="4840592" y="217093"/>
                  </a:lnTo>
                  <a:lnTo>
                    <a:pt x="3359023" y="216103"/>
                  </a:lnTo>
                  <a:lnTo>
                    <a:pt x="1829130" y="221462"/>
                  </a:lnTo>
                  <a:lnTo>
                    <a:pt x="258851" y="233514"/>
                  </a:lnTo>
                  <a:lnTo>
                    <a:pt x="41846" y="236410"/>
                  </a:lnTo>
                  <a:lnTo>
                    <a:pt x="41109" y="189064"/>
                  </a:lnTo>
                  <a:lnTo>
                    <a:pt x="39090" y="141592"/>
                  </a:lnTo>
                  <a:lnTo>
                    <a:pt x="35344" y="94259"/>
                  </a:lnTo>
                  <a:lnTo>
                    <a:pt x="29438" y="47053"/>
                  </a:lnTo>
                  <a:lnTo>
                    <a:pt x="20929" y="0"/>
                  </a:lnTo>
                  <a:lnTo>
                    <a:pt x="12420" y="47053"/>
                  </a:lnTo>
                  <a:lnTo>
                    <a:pt x="6515" y="94259"/>
                  </a:lnTo>
                  <a:lnTo>
                    <a:pt x="2781" y="141592"/>
                  </a:lnTo>
                  <a:lnTo>
                    <a:pt x="762" y="189064"/>
                  </a:lnTo>
                  <a:lnTo>
                    <a:pt x="0" y="236677"/>
                  </a:lnTo>
                  <a:lnTo>
                    <a:pt x="800" y="284276"/>
                  </a:lnTo>
                  <a:lnTo>
                    <a:pt x="2844" y="331736"/>
                  </a:lnTo>
                  <a:lnTo>
                    <a:pt x="6578" y="379082"/>
                  </a:lnTo>
                  <a:lnTo>
                    <a:pt x="12458" y="426288"/>
                  </a:lnTo>
                  <a:lnTo>
                    <a:pt x="20929" y="473341"/>
                  </a:lnTo>
                  <a:lnTo>
                    <a:pt x="29400" y="426288"/>
                  </a:lnTo>
                  <a:lnTo>
                    <a:pt x="35280" y="379082"/>
                  </a:lnTo>
                  <a:lnTo>
                    <a:pt x="39027" y="331736"/>
                  </a:lnTo>
                  <a:lnTo>
                    <a:pt x="41071" y="284276"/>
                  </a:lnTo>
                  <a:lnTo>
                    <a:pt x="41846" y="236943"/>
                  </a:lnTo>
                  <a:lnTo>
                    <a:pt x="309245" y="240322"/>
                  </a:lnTo>
                  <a:lnTo>
                    <a:pt x="1879981" y="252158"/>
                  </a:lnTo>
                  <a:lnTo>
                    <a:pt x="3410089" y="257314"/>
                  </a:lnTo>
                  <a:lnTo>
                    <a:pt x="4891659" y="256095"/>
                  </a:lnTo>
                  <a:lnTo>
                    <a:pt x="6318199" y="248894"/>
                  </a:lnTo>
                  <a:lnTo>
                    <a:pt x="7613218" y="236880"/>
                  </a:lnTo>
                  <a:lnTo>
                    <a:pt x="7614018" y="284276"/>
                  </a:lnTo>
                  <a:lnTo>
                    <a:pt x="7616063" y="331736"/>
                  </a:lnTo>
                  <a:lnTo>
                    <a:pt x="7619797" y="379082"/>
                  </a:lnTo>
                  <a:lnTo>
                    <a:pt x="7625677" y="426288"/>
                  </a:lnTo>
                  <a:lnTo>
                    <a:pt x="7634148" y="473341"/>
                  </a:lnTo>
                  <a:lnTo>
                    <a:pt x="7642619" y="426288"/>
                  </a:lnTo>
                  <a:lnTo>
                    <a:pt x="7648499" y="379082"/>
                  </a:lnTo>
                  <a:lnTo>
                    <a:pt x="7652245" y="331736"/>
                  </a:lnTo>
                  <a:lnTo>
                    <a:pt x="7654290" y="284276"/>
                  </a:lnTo>
                  <a:lnTo>
                    <a:pt x="7655077" y="236677"/>
                  </a:lnTo>
                  <a:close/>
                </a:path>
              </a:pathLst>
            </a:custGeom>
            <a:solidFill>
              <a:srgbClr val="BD4A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500068" y="3328269"/>
              <a:ext cx="7506334" cy="473709"/>
            </a:xfrm>
            <a:custGeom>
              <a:avLst/>
              <a:gdLst/>
              <a:ahLst/>
              <a:cxnLst/>
              <a:rect l="l" t="t" r="r" b="b"/>
              <a:pathLst>
                <a:path w="7506334" h="473710">
                  <a:moveTo>
                    <a:pt x="7505789" y="236677"/>
                  </a:moveTo>
                  <a:lnTo>
                    <a:pt x="7505027" y="189064"/>
                  </a:lnTo>
                  <a:lnTo>
                    <a:pt x="7503007" y="141592"/>
                  </a:lnTo>
                  <a:lnTo>
                    <a:pt x="7499261" y="94259"/>
                  </a:lnTo>
                  <a:lnTo>
                    <a:pt x="7493355" y="47053"/>
                  </a:lnTo>
                  <a:lnTo>
                    <a:pt x="7484846" y="0"/>
                  </a:lnTo>
                  <a:lnTo>
                    <a:pt x="7476325" y="47053"/>
                  </a:lnTo>
                  <a:lnTo>
                    <a:pt x="7470432" y="94259"/>
                  </a:lnTo>
                  <a:lnTo>
                    <a:pt x="7466685" y="141592"/>
                  </a:lnTo>
                  <a:lnTo>
                    <a:pt x="7464666" y="189064"/>
                  </a:lnTo>
                  <a:lnTo>
                    <a:pt x="7463917" y="236448"/>
                  </a:lnTo>
                  <a:lnTo>
                    <a:pt x="7282904" y="234391"/>
                  </a:lnTo>
                  <a:lnTo>
                    <a:pt x="6014656" y="223177"/>
                  </a:lnTo>
                  <a:lnTo>
                    <a:pt x="4687913" y="216928"/>
                  </a:lnTo>
                  <a:lnTo>
                    <a:pt x="3255822" y="216154"/>
                  </a:lnTo>
                  <a:lnTo>
                    <a:pt x="1775409" y="221564"/>
                  </a:lnTo>
                  <a:lnTo>
                    <a:pt x="254190" y="233514"/>
                  </a:lnTo>
                  <a:lnTo>
                    <a:pt x="41859" y="236397"/>
                  </a:lnTo>
                  <a:lnTo>
                    <a:pt x="41109" y="189064"/>
                  </a:lnTo>
                  <a:lnTo>
                    <a:pt x="39090" y="141592"/>
                  </a:lnTo>
                  <a:lnTo>
                    <a:pt x="35356" y="94259"/>
                  </a:lnTo>
                  <a:lnTo>
                    <a:pt x="29451" y="47053"/>
                  </a:lnTo>
                  <a:lnTo>
                    <a:pt x="20942" y="0"/>
                  </a:lnTo>
                  <a:lnTo>
                    <a:pt x="12420" y="47053"/>
                  </a:lnTo>
                  <a:lnTo>
                    <a:pt x="6527" y="94259"/>
                  </a:lnTo>
                  <a:lnTo>
                    <a:pt x="2781" y="141592"/>
                  </a:lnTo>
                  <a:lnTo>
                    <a:pt x="762" y="189064"/>
                  </a:lnTo>
                  <a:lnTo>
                    <a:pt x="0" y="236677"/>
                  </a:lnTo>
                  <a:lnTo>
                    <a:pt x="800" y="284276"/>
                  </a:lnTo>
                  <a:lnTo>
                    <a:pt x="2844" y="331736"/>
                  </a:lnTo>
                  <a:lnTo>
                    <a:pt x="6591" y="379082"/>
                  </a:lnTo>
                  <a:lnTo>
                    <a:pt x="12471" y="426288"/>
                  </a:lnTo>
                  <a:lnTo>
                    <a:pt x="20942" y="473341"/>
                  </a:lnTo>
                  <a:lnTo>
                    <a:pt x="29413" y="426288"/>
                  </a:lnTo>
                  <a:lnTo>
                    <a:pt x="35293" y="379082"/>
                  </a:lnTo>
                  <a:lnTo>
                    <a:pt x="39027" y="331736"/>
                  </a:lnTo>
                  <a:lnTo>
                    <a:pt x="41071" y="284276"/>
                  </a:lnTo>
                  <a:lnTo>
                    <a:pt x="41859" y="236969"/>
                  </a:lnTo>
                  <a:lnTo>
                    <a:pt x="254190" y="239839"/>
                  </a:lnTo>
                  <a:lnTo>
                    <a:pt x="456145" y="241795"/>
                  </a:lnTo>
                  <a:lnTo>
                    <a:pt x="1979168" y="252895"/>
                  </a:lnTo>
                  <a:lnTo>
                    <a:pt x="3460381" y="257441"/>
                  </a:lnTo>
                  <a:lnTo>
                    <a:pt x="4892357" y="255803"/>
                  </a:lnTo>
                  <a:lnTo>
                    <a:pt x="6218199" y="248716"/>
                  </a:lnTo>
                  <a:lnTo>
                    <a:pt x="7463917" y="236880"/>
                  </a:lnTo>
                  <a:lnTo>
                    <a:pt x="7464704" y="284276"/>
                  </a:lnTo>
                  <a:lnTo>
                    <a:pt x="7466749" y="331736"/>
                  </a:lnTo>
                  <a:lnTo>
                    <a:pt x="7470495" y="379082"/>
                  </a:lnTo>
                  <a:lnTo>
                    <a:pt x="7476376" y="426288"/>
                  </a:lnTo>
                  <a:lnTo>
                    <a:pt x="7484846" y="473341"/>
                  </a:lnTo>
                  <a:lnTo>
                    <a:pt x="7493317" y="426288"/>
                  </a:lnTo>
                  <a:lnTo>
                    <a:pt x="7499197" y="379082"/>
                  </a:lnTo>
                  <a:lnTo>
                    <a:pt x="7502944" y="331736"/>
                  </a:lnTo>
                  <a:lnTo>
                    <a:pt x="7504989" y="284276"/>
                  </a:lnTo>
                  <a:lnTo>
                    <a:pt x="7505789" y="236677"/>
                  </a:lnTo>
                  <a:close/>
                </a:path>
              </a:pathLst>
            </a:custGeom>
            <a:solidFill>
              <a:srgbClr val="494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71330" y="8460309"/>
              <a:ext cx="1966940" cy="1966941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564135" y="9325984"/>
              <a:ext cx="11496675" cy="236220"/>
            </a:xfrm>
            <a:custGeom>
              <a:avLst/>
              <a:gdLst/>
              <a:ahLst/>
              <a:cxnLst/>
              <a:rect l="l" t="t" r="r" b="b"/>
              <a:pathLst>
                <a:path w="11496675" h="236220">
                  <a:moveTo>
                    <a:pt x="4607191" y="117767"/>
                  </a:moveTo>
                  <a:lnTo>
                    <a:pt x="4302988" y="113842"/>
                  </a:lnTo>
                  <a:lnTo>
                    <a:pt x="3590188" y="106857"/>
                  </a:lnTo>
                  <a:lnTo>
                    <a:pt x="2874530" y="102908"/>
                  </a:lnTo>
                  <a:lnTo>
                    <a:pt x="2157615" y="102019"/>
                  </a:lnTo>
                  <a:lnTo>
                    <a:pt x="1441043" y="104190"/>
                  </a:lnTo>
                  <a:lnTo>
                    <a:pt x="726427" y="109435"/>
                  </a:lnTo>
                  <a:lnTo>
                    <a:pt x="31153" y="117589"/>
                  </a:lnTo>
                  <a:lnTo>
                    <a:pt x="31165" y="93980"/>
                  </a:lnTo>
                  <a:lnTo>
                    <a:pt x="25996" y="46596"/>
                  </a:lnTo>
                  <a:lnTo>
                    <a:pt x="15582" y="0"/>
                  </a:lnTo>
                  <a:lnTo>
                    <a:pt x="5181" y="46596"/>
                  </a:lnTo>
                  <a:lnTo>
                    <a:pt x="0" y="93980"/>
                  </a:lnTo>
                  <a:lnTo>
                    <a:pt x="25" y="141617"/>
                  </a:lnTo>
                  <a:lnTo>
                    <a:pt x="5232" y="189001"/>
                  </a:lnTo>
                  <a:lnTo>
                    <a:pt x="15582" y="235597"/>
                  </a:lnTo>
                  <a:lnTo>
                    <a:pt x="25946" y="189001"/>
                  </a:lnTo>
                  <a:lnTo>
                    <a:pt x="31153" y="141617"/>
                  </a:lnTo>
                  <a:lnTo>
                    <a:pt x="31153" y="117983"/>
                  </a:lnTo>
                  <a:lnTo>
                    <a:pt x="319570" y="121729"/>
                  </a:lnTo>
                  <a:lnTo>
                    <a:pt x="1032357" y="128739"/>
                  </a:lnTo>
                  <a:lnTo>
                    <a:pt x="1748002" y="132664"/>
                  </a:lnTo>
                  <a:lnTo>
                    <a:pt x="2464917" y="133527"/>
                  </a:lnTo>
                  <a:lnTo>
                    <a:pt x="3181489" y="131318"/>
                  </a:lnTo>
                  <a:lnTo>
                    <a:pt x="3896118" y="126060"/>
                  </a:lnTo>
                  <a:lnTo>
                    <a:pt x="4607191" y="117767"/>
                  </a:lnTo>
                  <a:close/>
                </a:path>
                <a:path w="11496675" h="236220">
                  <a:moveTo>
                    <a:pt x="11496065" y="93980"/>
                  </a:moveTo>
                  <a:lnTo>
                    <a:pt x="11490884" y="46596"/>
                  </a:lnTo>
                  <a:lnTo>
                    <a:pt x="11480483" y="0"/>
                  </a:lnTo>
                  <a:lnTo>
                    <a:pt x="11470081" y="46596"/>
                  </a:lnTo>
                  <a:lnTo>
                    <a:pt x="11464900" y="93980"/>
                  </a:lnTo>
                  <a:lnTo>
                    <a:pt x="11464900" y="117576"/>
                  </a:lnTo>
                  <a:lnTo>
                    <a:pt x="11430457" y="117132"/>
                  </a:lnTo>
                  <a:lnTo>
                    <a:pt x="10624312" y="108648"/>
                  </a:lnTo>
                  <a:lnTo>
                    <a:pt x="9814154" y="103581"/>
                  </a:lnTo>
                  <a:lnTo>
                    <a:pt x="9002014" y="101955"/>
                  </a:lnTo>
                  <a:lnTo>
                    <a:pt x="8189925" y="103759"/>
                  </a:lnTo>
                  <a:lnTo>
                    <a:pt x="7379957" y="109029"/>
                  </a:lnTo>
                  <a:lnTo>
                    <a:pt x="6574129" y="117767"/>
                  </a:lnTo>
                  <a:lnTo>
                    <a:pt x="6624333" y="118427"/>
                  </a:lnTo>
                  <a:lnTo>
                    <a:pt x="7430478" y="126949"/>
                  </a:lnTo>
                  <a:lnTo>
                    <a:pt x="8240649" y="132003"/>
                  </a:lnTo>
                  <a:lnTo>
                    <a:pt x="9052789" y="133591"/>
                  </a:lnTo>
                  <a:lnTo>
                    <a:pt x="9864865" y="131749"/>
                  </a:lnTo>
                  <a:lnTo>
                    <a:pt x="10674833" y="126466"/>
                  </a:lnTo>
                  <a:lnTo>
                    <a:pt x="11464912" y="117944"/>
                  </a:lnTo>
                  <a:lnTo>
                    <a:pt x="11464925" y="141617"/>
                  </a:lnTo>
                  <a:lnTo>
                    <a:pt x="11470119" y="189001"/>
                  </a:lnTo>
                  <a:lnTo>
                    <a:pt x="11480483" y="235597"/>
                  </a:lnTo>
                  <a:lnTo>
                    <a:pt x="11490846" y="189001"/>
                  </a:lnTo>
                  <a:lnTo>
                    <a:pt x="11496040" y="141617"/>
                  </a:lnTo>
                  <a:lnTo>
                    <a:pt x="11496065" y="93980"/>
                  </a:lnTo>
                  <a:close/>
                </a:path>
              </a:pathLst>
            </a:custGeom>
            <a:solidFill>
              <a:srgbClr val="403C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698320" y="8048634"/>
            <a:ext cx="715010" cy="46545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44145" marR="5080" indent="-132080">
              <a:lnSpc>
                <a:spcPct val="75000"/>
              </a:lnSpc>
              <a:spcBef>
                <a:spcPts val="590"/>
              </a:spcBef>
            </a:pPr>
            <a:r>
              <a:rPr sz="1650" b="1" spc="-25" dirty="0">
                <a:solidFill>
                  <a:srgbClr val="664343"/>
                </a:solidFill>
                <a:latin typeface="Century Gothic"/>
                <a:cs typeface="Century Gothic"/>
              </a:rPr>
              <a:t>Hotline CRM</a:t>
            </a:r>
            <a:endParaRPr sz="1650" dirty="0">
              <a:latin typeface="Century Gothic"/>
              <a:cs typeface="Century Gothic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658547" y="3796212"/>
            <a:ext cx="13793469" cy="4558030"/>
            <a:chOff x="2658547" y="3796212"/>
            <a:chExt cx="13793469" cy="4558030"/>
          </a:xfrm>
        </p:grpSpPr>
        <p:sp>
          <p:nvSpPr>
            <p:cNvPr id="20" name="object 20"/>
            <p:cNvSpPr/>
            <p:nvPr/>
          </p:nvSpPr>
          <p:spPr>
            <a:xfrm>
              <a:off x="6789178" y="7609427"/>
              <a:ext cx="2180590" cy="744855"/>
            </a:xfrm>
            <a:custGeom>
              <a:avLst/>
              <a:gdLst/>
              <a:ahLst/>
              <a:cxnLst/>
              <a:rect l="l" t="t" r="r" b="b"/>
              <a:pathLst>
                <a:path w="2180590" h="744854">
                  <a:moveTo>
                    <a:pt x="413372" y="45707"/>
                  </a:moveTo>
                  <a:lnTo>
                    <a:pt x="362153" y="40995"/>
                  </a:lnTo>
                  <a:lnTo>
                    <a:pt x="310832" y="37630"/>
                  </a:lnTo>
                  <a:lnTo>
                    <a:pt x="259448" y="35598"/>
                  </a:lnTo>
                  <a:lnTo>
                    <a:pt x="208026" y="34912"/>
                  </a:lnTo>
                  <a:lnTo>
                    <a:pt x="156603" y="35572"/>
                  </a:lnTo>
                  <a:lnTo>
                    <a:pt x="105219" y="37592"/>
                  </a:lnTo>
                  <a:lnTo>
                    <a:pt x="53898" y="40970"/>
                  </a:lnTo>
                  <a:lnTo>
                    <a:pt x="21272" y="43992"/>
                  </a:lnTo>
                  <a:lnTo>
                    <a:pt x="18796" y="22313"/>
                  </a:lnTo>
                  <a:lnTo>
                    <a:pt x="10731" y="0"/>
                  </a:lnTo>
                  <a:lnTo>
                    <a:pt x="2667" y="22313"/>
                  </a:lnTo>
                  <a:lnTo>
                    <a:pt x="0" y="45707"/>
                  </a:lnTo>
                  <a:lnTo>
                    <a:pt x="2705" y="69100"/>
                  </a:lnTo>
                  <a:lnTo>
                    <a:pt x="10731" y="91440"/>
                  </a:lnTo>
                  <a:lnTo>
                    <a:pt x="18770" y="69100"/>
                  </a:lnTo>
                  <a:lnTo>
                    <a:pt x="21272" y="47434"/>
                  </a:lnTo>
                  <a:lnTo>
                    <a:pt x="53898" y="50457"/>
                  </a:lnTo>
                  <a:lnTo>
                    <a:pt x="105219" y="53835"/>
                  </a:lnTo>
                  <a:lnTo>
                    <a:pt x="156603" y="55854"/>
                  </a:lnTo>
                  <a:lnTo>
                    <a:pt x="208026" y="56515"/>
                  </a:lnTo>
                  <a:lnTo>
                    <a:pt x="259448" y="55829"/>
                  </a:lnTo>
                  <a:lnTo>
                    <a:pt x="310832" y="53797"/>
                  </a:lnTo>
                  <a:lnTo>
                    <a:pt x="362153" y="50419"/>
                  </a:lnTo>
                  <a:lnTo>
                    <a:pt x="413372" y="45707"/>
                  </a:lnTo>
                  <a:close/>
                </a:path>
                <a:path w="2180590" h="744854">
                  <a:moveTo>
                    <a:pt x="905662" y="689394"/>
                  </a:moveTo>
                  <a:lnTo>
                    <a:pt x="855205" y="683018"/>
                  </a:lnTo>
                  <a:lnTo>
                    <a:pt x="804189" y="678675"/>
                  </a:lnTo>
                  <a:lnTo>
                    <a:pt x="752906" y="675944"/>
                  </a:lnTo>
                  <a:lnTo>
                    <a:pt x="701687" y="674433"/>
                  </a:lnTo>
                  <a:lnTo>
                    <a:pt x="650836" y="673696"/>
                  </a:lnTo>
                  <a:lnTo>
                    <a:pt x="599732" y="674293"/>
                  </a:lnTo>
                  <a:lnTo>
                    <a:pt x="548690" y="675805"/>
                  </a:lnTo>
                  <a:lnTo>
                    <a:pt x="497725" y="678599"/>
                  </a:lnTo>
                  <a:lnTo>
                    <a:pt x="446824" y="683006"/>
                  </a:lnTo>
                  <a:lnTo>
                    <a:pt x="411797" y="687412"/>
                  </a:lnTo>
                  <a:lnTo>
                    <a:pt x="408089" y="660971"/>
                  </a:lnTo>
                  <a:lnTo>
                    <a:pt x="396036" y="634415"/>
                  </a:lnTo>
                  <a:lnTo>
                    <a:pt x="383997" y="660971"/>
                  </a:lnTo>
                  <a:lnTo>
                    <a:pt x="380009" y="689394"/>
                  </a:lnTo>
                  <a:lnTo>
                    <a:pt x="384048" y="717816"/>
                  </a:lnTo>
                  <a:lnTo>
                    <a:pt x="396036" y="744397"/>
                  </a:lnTo>
                  <a:lnTo>
                    <a:pt x="408038" y="717816"/>
                  </a:lnTo>
                  <a:lnTo>
                    <a:pt x="411784" y="691388"/>
                  </a:lnTo>
                  <a:lnTo>
                    <a:pt x="446836" y="695782"/>
                  </a:lnTo>
                  <a:lnTo>
                    <a:pt x="497725" y="700189"/>
                  </a:lnTo>
                  <a:lnTo>
                    <a:pt x="548690" y="702983"/>
                  </a:lnTo>
                  <a:lnTo>
                    <a:pt x="599732" y="704494"/>
                  </a:lnTo>
                  <a:lnTo>
                    <a:pt x="650836" y="705091"/>
                  </a:lnTo>
                  <a:lnTo>
                    <a:pt x="701675" y="704367"/>
                  </a:lnTo>
                  <a:lnTo>
                    <a:pt x="752894" y="702843"/>
                  </a:lnTo>
                  <a:lnTo>
                    <a:pt x="804202" y="700112"/>
                  </a:lnTo>
                  <a:lnTo>
                    <a:pt x="855230" y="695769"/>
                  </a:lnTo>
                  <a:lnTo>
                    <a:pt x="905662" y="689394"/>
                  </a:lnTo>
                  <a:close/>
                </a:path>
                <a:path w="2180590" h="744854">
                  <a:moveTo>
                    <a:pt x="1799107" y="45707"/>
                  </a:moveTo>
                  <a:lnTo>
                    <a:pt x="1796440" y="22313"/>
                  </a:lnTo>
                  <a:lnTo>
                    <a:pt x="1788375" y="0"/>
                  </a:lnTo>
                  <a:lnTo>
                    <a:pt x="1780311" y="22313"/>
                  </a:lnTo>
                  <a:lnTo>
                    <a:pt x="1777733" y="44754"/>
                  </a:lnTo>
                  <a:lnTo>
                    <a:pt x="1736026" y="40995"/>
                  </a:lnTo>
                  <a:lnTo>
                    <a:pt x="1683588" y="37630"/>
                  </a:lnTo>
                  <a:lnTo>
                    <a:pt x="1631073" y="35598"/>
                  </a:lnTo>
                  <a:lnTo>
                    <a:pt x="1578533" y="34912"/>
                  </a:lnTo>
                  <a:lnTo>
                    <a:pt x="1525993" y="35572"/>
                  </a:lnTo>
                  <a:lnTo>
                    <a:pt x="1473492" y="37592"/>
                  </a:lnTo>
                  <a:lnTo>
                    <a:pt x="1421053" y="40970"/>
                  </a:lnTo>
                  <a:lnTo>
                    <a:pt x="1368704" y="45707"/>
                  </a:lnTo>
                  <a:lnTo>
                    <a:pt x="1421053" y="50457"/>
                  </a:lnTo>
                  <a:lnTo>
                    <a:pt x="1473492" y="53835"/>
                  </a:lnTo>
                  <a:lnTo>
                    <a:pt x="1525993" y="55854"/>
                  </a:lnTo>
                  <a:lnTo>
                    <a:pt x="1578533" y="56515"/>
                  </a:lnTo>
                  <a:lnTo>
                    <a:pt x="1631073" y="55829"/>
                  </a:lnTo>
                  <a:lnTo>
                    <a:pt x="1683588" y="53797"/>
                  </a:lnTo>
                  <a:lnTo>
                    <a:pt x="1736026" y="50419"/>
                  </a:lnTo>
                  <a:lnTo>
                    <a:pt x="1777733" y="46672"/>
                  </a:lnTo>
                  <a:lnTo>
                    <a:pt x="1780336" y="69100"/>
                  </a:lnTo>
                  <a:lnTo>
                    <a:pt x="1788375" y="91440"/>
                  </a:lnTo>
                  <a:lnTo>
                    <a:pt x="1796402" y="69100"/>
                  </a:lnTo>
                  <a:lnTo>
                    <a:pt x="1799107" y="45707"/>
                  </a:lnTo>
                  <a:close/>
                </a:path>
                <a:path w="2180590" h="744854">
                  <a:moveTo>
                    <a:pt x="2180069" y="689394"/>
                  </a:moveTo>
                  <a:lnTo>
                    <a:pt x="2176081" y="660971"/>
                  </a:lnTo>
                  <a:lnTo>
                    <a:pt x="2164042" y="634415"/>
                  </a:lnTo>
                  <a:lnTo>
                    <a:pt x="2152002" y="660971"/>
                  </a:lnTo>
                  <a:lnTo>
                    <a:pt x="2148268" y="687539"/>
                  </a:lnTo>
                  <a:lnTo>
                    <a:pt x="2117763" y="683920"/>
                  </a:lnTo>
                  <a:lnTo>
                    <a:pt x="2071001" y="679919"/>
                  </a:lnTo>
                  <a:lnTo>
                    <a:pt x="2023960" y="677125"/>
                  </a:lnTo>
                  <a:lnTo>
                    <a:pt x="1976856" y="675322"/>
                  </a:lnTo>
                  <a:lnTo>
                    <a:pt x="1929892" y="674255"/>
                  </a:lnTo>
                  <a:lnTo>
                    <a:pt x="1883257" y="673696"/>
                  </a:lnTo>
                  <a:lnTo>
                    <a:pt x="1836356" y="674141"/>
                  </a:lnTo>
                  <a:lnTo>
                    <a:pt x="1789480" y="675182"/>
                  </a:lnTo>
                  <a:lnTo>
                    <a:pt x="1742655" y="677024"/>
                  </a:lnTo>
                  <a:lnTo>
                    <a:pt x="1695881" y="679869"/>
                  </a:lnTo>
                  <a:lnTo>
                    <a:pt x="1649145" y="683920"/>
                  </a:lnTo>
                  <a:lnTo>
                    <a:pt x="1602447" y="689394"/>
                  </a:lnTo>
                  <a:lnTo>
                    <a:pt x="1649145" y="694867"/>
                  </a:lnTo>
                  <a:lnTo>
                    <a:pt x="1695881" y="698919"/>
                  </a:lnTo>
                  <a:lnTo>
                    <a:pt x="1742655" y="701763"/>
                  </a:lnTo>
                  <a:lnTo>
                    <a:pt x="1789480" y="703605"/>
                  </a:lnTo>
                  <a:lnTo>
                    <a:pt x="1836356" y="704646"/>
                  </a:lnTo>
                  <a:lnTo>
                    <a:pt x="1883257" y="705091"/>
                  </a:lnTo>
                  <a:lnTo>
                    <a:pt x="1929879" y="704532"/>
                  </a:lnTo>
                  <a:lnTo>
                    <a:pt x="1976856" y="703465"/>
                  </a:lnTo>
                  <a:lnTo>
                    <a:pt x="2023973" y="701649"/>
                  </a:lnTo>
                  <a:lnTo>
                    <a:pt x="2071027" y="698868"/>
                  </a:lnTo>
                  <a:lnTo>
                    <a:pt x="2117788" y="694855"/>
                  </a:lnTo>
                  <a:lnTo>
                    <a:pt x="2148268" y="691261"/>
                  </a:lnTo>
                  <a:lnTo>
                    <a:pt x="2152040" y="717816"/>
                  </a:lnTo>
                  <a:lnTo>
                    <a:pt x="2164042" y="744397"/>
                  </a:lnTo>
                  <a:lnTo>
                    <a:pt x="2176043" y="717816"/>
                  </a:lnTo>
                  <a:lnTo>
                    <a:pt x="2180069" y="689394"/>
                  </a:lnTo>
                  <a:close/>
                </a:path>
              </a:pathLst>
            </a:custGeom>
            <a:solidFill>
              <a:srgbClr val="BD4A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69428" y="7300793"/>
              <a:ext cx="1153148" cy="78232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85274" y="7358658"/>
              <a:ext cx="1720846" cy="51219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658541" y="7517948"/>
              <a:ext cx="3719195" cy="240665"/>
            </a:xfrm>
            <a:custGeom>
              <a:avLst/>
              <a:gdLst/>
              <a:ahLst/>
              <a:cxnLst/>
              <a:rect l="l" t="t" r="r" b="b"/>
              <a:pathLst>
                <a:path w="3719195" h="240665">
                  <a:moveTo>
                    <a:pt x="826008" y="120294"/>
                  </a:moveTo>
                  <a:lnTo>
                    <a:pt x="775068" y="117779"/>
                  </a:lnTo>
                  <a:lnTo>
                    <a:pt x="724103" y="115595"/>
                  </a:lnTo>
                  <a:lnTo>
                    <a:pt x="673125" y="113741"/>
                  </a:lnTo>
                  <a:lnTo>
                    <a:pt x="622147" y="112217"/>
                  </a:lnTo>
                  <a:lnTo>
                    <a:pt x="571157" y="111036"/>
                  </a:lnTo>
                  <a:lnTo>
                    <a:pt x="520166" y="110197"/>
                  </a:lnTo>
                  <a:lnTo>
                    <a:pt x="469163" y="109677"/>
                  </a:lnTo>
                  <a:lnTo>
                    <a:pt x="418160" y="109512"/>
                  </a:lnTo>
                  <a:lnTo>
                    <a:pt x="367157" y="109677"/>
                  </a:lnTo>
                  <a:lnTo>
                    <a:pt x="316153" y="110172"/>
                  </a:lnTo>
                  <a:lnTo>
                    <a:pt x="265163" y="111010"/>
                  </a:lnTo>
                  <a:lnTo>
                    <a:pt x="214172" y="112191"/>
                  </a:lnTo>
                  <a:lnTo>
                    <a:pt x="163195" y="113703"/>
                  </a:lnTo>
                  <a:lnTo>
                    <a:pt x="112217" y="115557"/>
                  </a:lnTo>
                  <a:lnTo>
                    <a:pt x="61264" y="117754"/>
                  </a:lnTo>
                  <a:lnTo>
                    <a:pt x="20764" y="119773"/>
                  </a:lnTo>
                  <a:lnTo>
                    <a:pt x="20777" y="96139"/>
                  </a:lnTo>
                  <a:lnTo>
                    <a:pt x="17322" y="47891"/>
                  </a:lnTo>
                  <a:lnTo>
                    <a:pt x="10388" y="0"/>
                  </a:lnTo>
                  <a:lnTo>
                    <a:pt x="3454" y="47891"/>
                  </a:lnTo>
                  <a:lnTo>
                    <a:pt x="0" y="96139"/>
                  </a:lnTo>
                  <a:lnTo>
                    <a:pt x="12" y="144500"/>
                  </a:lnTo>
                  <a:lnTo>
                    <a:pt x="3479" y="192747"/>
                  </a:lnTo>
                  <a:lnTo>
                    <a:pt x="10388" y="240652"/>
                  </a:lnTo>
                  <a:lnTo>
                    <a:pt x="17284" y="192747"/>
                  </a:lnTo>
                  <a:lnTo>
                    <a:pt x="20751" y="144500"/>
                  </a:lnTo>
                  <a:lnTo>
                    <a:pt x="20751" y="120827"/>
                  </a:lnTo>
                  <a:lnTo>
                    <a:pt x="61264" y="122834"/>
                  </a:lnTo>
                  <a:lnTo>
                    <a:pt x="112217" y="125031"/>
                  </a:lnTo>
                  <a:lnTo>
                    <a:pt x="163195" y="126885"/>
                  </a:lnTo>
                  <a:lnTo>
                    <a:pt x="214172" y="128397"/>
                  </a:lnTo>
                  <a:lnTo>
                    <a:pt x="265163" y="129578"/>
                  </a:lnTo>
                  <a:lnTo>
                    <a:pt x="316153" y="130416"/>
                  </a:lnTo>
                  <a:lnTo>
                    <a:pt x="367157" y="130911"/>
                  </a:lnTo>
                  <a:lnTo>
                    <a:pt x="418160" y="131076"/>
                  </a:lnTo>
                  <a:lnTo>
                    <a:pt x="469163" y="130911"/>
                  </a:lnTo>
                  <a:lnTo>
                    <a:pt x="520166" y="130390"/>
                  </a:lnTo>
                  <a:lnTo>
                    <a:pt x="571157" y="129552"/>
                  </a:lnTo>
                  <a:lnTo>
                    <a:pt x="622147" y="128371"/>
                  </a:lnTo>
                  <a:lnTo>
                    <a:pt x="673125" y="126847"/>
                  </a:lnTo>
                  <a:lnTo>
                    <a:pt x="724103" y="124993"/>
                  </a:lnTo>
                  <a:lnTo>
                    <a:pt x="775068" y="122809"/>
                  </a:lnTo>
                  <a:lnTo>
                    <a:pt x="826008" y="120294"/>
                  </a:lnTo>
                  <a:close/>
                </a:path>
                <a:path w="3719195" h="240665">
                  <a:moveTo>
                    <a:pt x="3718979" y="96139"/>
                  </a:moveTo>
                  <a:lnTo>
                    <a:pt x="3715524" y="47891"/>
                  </a:lnTo>
                  <a:lnTo>
                    <a:pt x="3708590" y="0"/>
                  </a:lnTo>
                  <a:lnTo>
                    <a:pt x="3701656" y="47891"/>
                  </a:lnTo>
                  <a:lnTo>
                    <a:pt x="3698202" y="96139"/>
                  </a:lnTo>
                  <a:lnTo>
                    <a:pt x="3698202" y="119875"/>
                  </a:lnTo>
                  <a:lnTo>
                    <a:pt x="3658603" y="118249"/>
                  </a:lnTo>
                  <a:lnTo>
                    <a:pt x="3608565" y="116420"/>
                  </a:lnTo>
                  <a:lnTo>
                    <a:pt x="3558502" y="114808"/>
                  </a:lnTo>
                  <a:lnTo>
                    <a:pt x="3508438" y="113411"/>
                  </a:lnTo>
                  <a:lnTo>
                    <a:pt x="3458375" y="112217"/>
                  </a:lnTo>
                  <a:lnTo>
                    <a:pt x="3408299" y="111252"/>
                  </a:lnTo>
                  <a:lnTo>
                    <a:pt x="3358223" y="110490"/>
                  </a:lnTo>
                  <a:lnTo>
                    <a:pt x="3308146" y="109943"/>
                  </a:lnTo>
                  <a:lnTo>
                    <a:pt x="3258070" y="109613"/>
                  </a:lnTo>
                  <a:lnTo>
                    <a:pt x="3207982" y="109499"/>
                  </a:lnTo>
                  <a:lnTo>
                    <a:pt x="3157905" y="109613"/>
                  </a:lnTo>
                  <a:lnTo>
                    <a:pt x="3107829" y="109931"/>
                  </a:lnTo>
                  <a:lnTo>
                    <a:pt x="3057741" y="110464"/>
                  </a:lnTo>
                  <a:lnTo>
                    <a:pt x="3007664" y="111213"/>
                  </a:lnTo>
                  <a:lnTo>
                    <a:pt x="2957601" y="112179"/>
                  </a:lnTo>
                  <a:lnTo>
                    <a:pt x="2907525" y="113372"/>
                  </a:lnTo>
                  <a:lnTo>
                    <a:pt x="2857462" y="114769"/>
                  </a:lnTo>
                  <a:lnTo>
                    <a:pt x="2807411" y="116395"/>
                  </a:lnTo>
                  <a:lnTo>
                    <a:pt x="2757360" y="118237"/>
                  </a:lnTo>
                  <a:lnTo>
                    <a:pt x="2707322" y="120294"/>
                  </a:lnTo>
                  <a:lnTo>
                    <a:pt x="2757360" y="122351"/>
                  </a:lnTo>
                  <a:lnTo>
                    <a:pt x="2807411" y="124193"/>
                  </a:lnTo>
                  <a:lnTo>
                    <a:pt x="2857462" y="125806"/>
                  </a:lnTo>
                  <a:lnTo>
                    <a:pt x="2907525" y="127215"/>
                  </a:lnTo>
                  <a:lnTo>
                    <a:pt x="2957601" y="128397"/>
                  </a:lnTo>
                  <a:lnTo>
                    <a:pt x="3007664" y="129374"/>
                  </a:lnTo>
                  <a:lnTo>
                    <a:pt x="3057741" y="130124"/>
                  </a:lnTo>
                  <a:lnTo>
                    <a:pt x="3107829" y="130657"/>
                  </a:lnTo>
                  <a:lnTo>
                    <a:pt x="3157905" y="130975"/>
                  </a:lnTo>
                  <a:lnTo>
                    <a:pt x="3207982" y="131076"/>
                  </a:lnTo>
                  <a:lnTo>
                    <a:pt x="3258070" y="130975"/>
                  </a:lnTo>
                  <a:lnTo>
                    <a:pt x="3308146" y="130644"/>
                  </a:lnTo>
                  <a:lnTo>
                    <a:pt x="3358223" y="130098"/>
                  </a:lnTo>
                  <a:lnTo>
                    <a:pt x="3408299" y="129336"/>
                  </a:lnTo>
                  <a:lnTo>
                    <a:pt x="3458375" y="128371"/>
                  </a:lnTo>
                  <a:lnTo>
                    <a:pt x="3508438" y="127177"/>
                  </a:lnTo>
                  <a:lnTo>
                    <a:pt x="3558502" y="125780"/>
                  </a:lnTo>
                  <a:lnTo>
                    <a:pt x="3608565" y="124167"/>
                  </a:lnTo>
                  <a:lnTo>
                    <a:pt x="3658603" y="122339"/>
                  </a:lnTo>
                  <a:lnTo>
                    <a:pt x="3698214" y="120726"/>
                  </a:lnTo>
                  <a:lnTo>
                    <a:pt x="3698227" y="144500"/>
                  </a:lnTo>
                  <a:lnTo>
                    <a:pt x="3701694" y="192747"/>
                  </a:lnTo>
                  <a:lnTo>
                    <a:pt x="3708590" y="240652"/>
                  </a:lnTo>
                  <a:lnTo>
                    <a:pt x="3715499" y="192747"/>
                  </a:lnTo>
                  <a:lnTo>
                    <a:pt x="3718966" y="144500"/>
                  </a:lnTo>
                  <a:lnTo>
                    <a:pt x="3718979" y="96139"/>
                  </a:lnTo>
                  <a:close/>
                </a:path>
              </a:pathLst>
            </a:custGeom>
            <a:solidFill>
              <a:srgbClr val="BD4A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4155807" y="5200507"/>
              <a:ext cx="20955" cy="20955"/>
            </a:xfrm>
            <a:custGeom>
              <a:avLst/>
              <a:gdLst/>
              <a:ahLst/>
              <a:cxnLst/>
              <a:rect l="l" t="t" r="r" b="b"/>
              <a:pathLst>
                <a:path w="20955" h="20954">
                  <a:moveTo>
                    <a:pt x="20941" y="0"/>
                  </a:moveTo>
                  <a:lnTo>
                    <a:pt x="20941" y="20941"/>
                  </a:lnTo>
                  <a:lnTo>
                    <a:pt x="0" y="20941"/>
                  </a:lnTo>
                </a:path>
              </a:pathLst>
            </a:custGeom>
            <a:ln w="10470">
              <a:solidFill>
                <a:srgbClr val="403C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686635" y="5221449"/>
              <a:ext cx="3427729" cy="0"/>
            </a:xfrm>
            <a:custGeom>
              <a:avLst/>
              <a:gdLst/>
              <a:ahLst/>
              <a:cxnLst/>
              <a:rect l="l" t="t" r="r" b="b"/>
              <a:pathLst>
                <a:path w="3427730">
                  <a:moveTo>
                    <a:pt x="3427120" y="0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403C3B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644666" y="5200507"/>
              <a:ext cx="20955" cy="20955"/>
            </a:xfrm>
            <a:custGeom>
              <a:avLst/>
              <a:gdLst/>
              <a:ahLst/>
              <a:cxnLst/>
              <a:rect l="l" t="t" r="r" b="b"/>
              <a:pathLst>
                <a:path w="20954" h="20954">
                  <a:moveTo>
                    <a:pt x="20941" y="20941"/>
                  </a:moveTo>
                  <a:lnTo>
                    <a:pt x="0" y="20941"/>
                  </a:lnTo>
                  <a:lnTo>
                    <a:pt x="0" y="0"/>
                  </a:lnTo>
                </a:path>
              </a:pathLst>
            </a:custGeom>
            <a:ln w="10470">
              <a:solidFill>
                <a:srgbClr val="403C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0644666" y="3843430"/>
              <a:ext cx="0" cy="1315720"/>
            </a:xfrm>
            <a:custGeom>
              <a:avLst/>
              <a:gdLst/>
              <a:ahLst/>
              <a:cxnLst/>
              <a:rect l="l" t="t" r="r" b="b"/>
              <a:pathLst>
                <a:path h="1315720">
                  <a:moveTo>
                    <a:pt x="0" y="1315321"/>
                  </a:moveTo>
                  <a:lnTo>
                    <a:pt x="0" y="0"/>
                  </a:lnTo>
                </a:path>
              </a:pathLst>
            </a:custGeom>
            <a:ln w="10470">
              <a:solidFill>
                <a:srgbClr val="403C3B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644666" y="3801609"/>
              <a:ext cx="20955" cy="20955"/>
            </a:xfrm>
            <a:custGeom>
              <a:avLst/>
              <a:gdLst/>
              <a:ahLst/>
              <a:cxnLst/>
              <a:rect l="l" t="t" r="r" b="b"/>
              <a:pathLst>
                <a:path w="20954" h="20954">
                  <a:moveTo>
                    <a:pt x="0" y="20941"/>
                  </a:moveTo>
                  <a:lnTo>
                    <a:pt x="0" y="0"/>
                  </a:lnTo>
                  <a:lnTo>
                    <a:pt x="20941" y="0"/>
                  </a:lnTo>
                </a:path>
              </a:pathLst>
            </a:custGeom>
            <a:ln w="10470">
              <a:solidFill>
                <a:srgbClr val="403C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0707658" y="3801609"/>
              <a:ext cx="3427729" cy="0"/>
            </a:xfrm>
            <a:custGeom>
              <a:avLst/>
              <a:gdLst/>
              <a:ahLst/>
              <a:cxnLst/>
              <a:rect l="l" t="t" r="r" b="b"/>
              <a:pathLst>
                <a:path w="3427730">
                  <a:moveTo>
                    <a:pt x="0" y="0"/>
                  </a:moveTo>
                  <a:lnTo>
                    <a:pt x="3427120" y="0"/>
                  </a:lnTo>
                </a:path>
              </a:pathLst>
            </a:custGeom>
            <a:ln w="10470">
              <a:solidFill>
                <a:srgbClr val="403C3B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4155807" y="3801609"/>
              <a:ext cx="20955" cy="20955"/>
            </a:xfrm>
            <a:custGeom>
              <a:avLst/>
              <a:gdLst/>
              <a:ahLst/>
              <a:cxnLst/>
              <a:rect l="l" t="t" r="r" b="b"/>
              <a:pathLst>
                <a:path w="20955" h="20954">
                  <a:moveTo>
                    <a:pt x="0" y="0"/>
                  </a:moveTo>
                  <a:lnTo>
                    <a:pt x="20941" y="0"/>
                  </a:lnTo>
                  <a:lnTo>
                    <a:pt x="20941" y="20941"/>
                  </a:lnTo>
                </a:path>
              </a:pathLst>
            </a:custGeom>
            <a:ln w="10470">
              <a:solidFill>
                <a:srgbClr val="403C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4176748" y="3864308"/>
              <a:ext cx="0" cy="1315720"/>
            </a:xfrm>
            <a:custGeom>
              <a:avLst/>
              <a:gdLst/>
              <a:ahLst/>
              <a:cxnLst/>
              <a:rect l="l" t="t" r="r" b="b"/>
              <a:pathLst>
                <a:path h="1315720">
                  <a:moveTo>
                    <a:pt x="0" y="0"/>
                  </a:moveTo>
                  <a:lnTo>
                    <a:pt x="0" y="1315321"/>
                  </a:lnTo>
                </a:path>
              </a:pathLst>
            </a:custGeom>
            <a:ln w="10470">
              <a:solidFill>
                <a:srgbClr val="403C3B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051604" y="7447762"/>
              <a:ext cx="988692" cy="215017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4587969" y="7490643"/>
              <a:ext cx="1863725" cy="129539"/>
            </a:xfrm>
            <a:custGeom>
              <a:avLst/>
              <a:gdLst/>
              <a:ahLst/>
              <a:cxnLst/>
              <a:rect l="l" t="t" r="r" b="b"/>
              <a:pathLst>
                <a:path w="1863725" h="129540">
                  <a:moveTo>
                    <a:pt x="454152" y="64630"/>
                  </a:moveTo>
                  <a:lnTo>
                    <a:pt x="405701" y="58229"/>
                  </a:lnTo>
                  <a:lnTo>
                    <a:pt x="357073" y="53428"/>
                  </a:lnTo>
                  <a:lnTo>
                    <a:pt x="308330" y="50203"/>
                  </a:lnTo>
                  <a:lnTo>
                    <a:pt x="259524" y="48590"/>
                  </a:lnTo>
                  <a:lnTo>
                    <a:pt x="210680" y="48577"/>
                  </a:lnTo>
                  <a:lnTo>
                    <a:pt x="161861" y="50165"/>
                  </a:lnTo>
                  <a:lnTo>
                    <a:pt x="113118" y="53378"/>
                  </a:lnTo>
                  <a:lnTo>
                    <a:pt x="64503" y="58191"/>
                  </a:lnTo>
                  <a:lnTo>
                    <a:pt x="31915" y="62522"/>
                  </a:lnTo>
                  <a:lnTo>
                    <a:pt x="28181" y="31496"/>
                  </a:lnTo>
                  <a:lnTo>
                    <a:pt x="16090" y="12"/>
                  </a:lnTo>
                  <a:lnTo>
                    <a:pt x="4000" y="31496"/>
                  </a:lnTo>
                  <a:lnTo>
                    <a:pt x="0" y="64643"/>
                  </a:lnTo>
                  <a:lnTo>
                    <a:pt x="4038" y="97790"/>
                  </a:lnTo>
                  <a:lnTo>
                    <a:pt x="16090" y="129273"/>
                  </a:lnTo>
                  <a:lnTo>
                    <a:pt x="28143" y="97790"/>
                  </a:lnTo>
                  <a:lnTo>
                    <a:pt x="31915" y="66751"/>
                  </a:lnTo>
                  <a:lnTo>
                    <a:pt x="64503" y="71069"/>
                  </a:lnTo>
                  <a:lnTo>
                    <a:pt x="113118" y="75895"/>
                  </a:lnTo>
                  <a:lnTo>
                    <a:pt x="161861" y="79095"/>
                  </a:lnTo>
                  <a:lnTo>
                    <a:pt x="210680" y="80683"/>
                  </a:lnTo>
                  <a:lnTo>
                    <a:pt x="259524" y="80670"/>
                  </a:lnTo>
                  <a:lnTo>
                    <a:pt x="308330" y="79057"/>
                  </a:lnTo>
                  <a:lnTo>
                    <a:pt x="357073" y="75844"/>
                  </a:lnTo>
                  <a:lnTo>
                    <a:pt x="405701" y="71031"/>
                  </a:lnTo>
                  <a:lnTo>
                    <a:pt x="454152" y="64630"/>
                  </a:lnTo>
                  <a:close/>
                </a:path>
                <a:path w="1863725" h="129540">
                  <a:moveTo>
                    <a:pt x="1863636" y="64617"/>
                  </a:moveTo>
                  <a:lnTo>
                    <a:pt x="1859635" y="31470"/>
                  </a:lnTo>
                  <a:lnTo>
                    <a:pt x="1847545" y="0"/>
                  </a:lnTo>
                  <a:lnTo>
                    <a:pt x="1835454" y="31470"/>
                  </a:lnTo>
                  <a:lnTo>
                    <a:pt x="1831733" y="62280"/>
                  </a:lnTo>
                  <a:lnTo>
                    <a:pt x="1799945" y="57543"/>
                  </a:lnTo>
                  <a:lnTo>
                    <a:pt x="1752117" y="52476"/>
                  </a:lnTo>
                  <a:lnTo>
                    <a:pt x="1704124" y="49428"/>
                  </a:lnTo>
                  <a:lnTo>
                    <a:pt x="1656054" y="48387"/>
                  </a:lnTo>
                  <a:lnTo>
                    <a:pt x="1607985" y="49390"/>
                  </a:lnTo>
                  <a:lnTo>
                    <a:pt x="1559991" y="52425"/>
                  </a:lnTo>
                  <a:lnTo>
                    <a:pt x="1512163" y="57505"/>
                  </a:lnTo>
                  <a:lnTo>
                    <a:pt x="1464576" y="64630"/>
                  </a:lnTo>
                  <a:lnTo>
                    <a:pt x="1512163" y="71755"/>
                  </a:lnTo>
                  <a:lnTo>
                    <a:pt x="1559991" y="76835"/>
                  </a:lnTo>
                  <a:lnTo>
                    <a:pt x="1607985" y="79870"/>
                  </a:lnTo>
                  <a:lnTo>
                    <a:pt x="1656054" y="80873"/>
                  </a:lnTo>
                  <a:lnTo>
                    <a:pt x="1704124" y="79844"/>
                  </a:lnTo>
                  <a:lnTo>
                    <a:pt x="1752117" y="76784"/>
                  </a:lnTo>
                  <a:lnTo>
                    <a:pt x="1799945" y="71716"/>
                  </a:lnTo>
                  <a:lnTo>
                    <a:pt x="1831733" y="66992"/>
                  </a:lnTo>
                  <a:lnTo>
                    <a:pt x="1835492" y="97777"/>
                  </a:lnTo>
                  <a:lnTo>
                    <a:pt x="1847545" y="129260"/>
                  </a:lnTo>
                  <a:lnTo>
                    <a:pt x="1859597" y="97777"/>
                  </a:lnTo>
                  <a:lnTo>
                    <a:pt x="1863636" y="64617"/>
                  </a:lnTo>
                  <a:close/>
                </a:path>
              </a:pathLst>
            </a:custGeom>
            <a:solidFill>
              <a:srgbClr val="403C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0644660" y="5465718"/>
            <a:ext cx="3532504" cy="1410970"/>
          </a:xfrm>
          <a:prstGeom prst="rect">
            <a:avLst/>
          </a:prstGeom>
          <a:ln w="10470">
            <a:solidFill>
              <a:srgbClr val="494846"/>
            </a:solidFill>
          </a:ln>
        </p:spPr>
        <p:txBody>
          <a:bodyPr vert="horz" wrap="square" lIns="0" tIns="361950" rIns="0" bIns="0" rtlCol="0">
            <a:spAutoFit/>
          </a:bodyPr>
          <a:lstStyle/>
          <a:p>
            <a:pPr marL="160655">
              <a:lnSpc>
                <a:spcPct val="100000"/>
              </a:lnSpc>
              <a:spcBef>
                <a:spcPts val="2850"/>
              </a:spcBef>
            </a:pPr>
            <a:r>
              <a:rPr sz="3850" b="1" spc="-175" dirty="0">
                <a:solidFill>
                  <a:srgbClr val="494846"/>
                </a:solidFill>
                <a:latin typeface="Century Gothic"/>
                <a:cs typeface="Century Gothic"/>
              </a:rPr>
              <a:t>Response</a:t>
            </a:r>
            <a:r>
              <a:rPr sz="3850" b="1" spc="-229" dirty="0">
                <a:solidFill>
                  <a:srgbClr val="494846"/>
                </a:solidFill>
                <a:latin typeface="Century Gothic"/>
                <a:cs typeface="Century Gothic"/>
              </a:rPr>
              <a:t> </a:t>
            </a:r>
            <a:r>
              <a:rPr sz="3850" b="1" spc="-20" dirty="0">
                <a:solidFill>
                  <a:srgbClr val="494846"/>
                </a:solidFill>
                <a:latin typeface="Century Gothic"/>
                <a:cs typeface="Century Gothic"/>
              </a:rPr>
              <a:t>Info</a:t>
            </a:r>
            <a:endParaRPr sz="3850" dirty="0">
              <a:latin typeface="Century Gothic"/>
              <a:cs typeface="Century Gothic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789777" y="3961609"/>
            <a:ext cx="3317875" cy="10699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96520" indent="-95250">
              <a:lnSpc>
                <a:spcPct val="100000"/>
              </a:lnSpc>
              <a:spcBef>
                <a:spcPts val="120"/>
              </a:spcBef>
              <a:buSzPct val="92592"/>
              <a:buChar char="•"/>
              <a:tabLst>
                <a:tab pos="96520" algn="l"/>
              </a:tabLst>
            </a:pPr>
            <a:r>
              <a:rPr sz="1350" dirty="0">
                <a:latin typeface="Trebuchet MS"/>
                <a:cs typeface="Trebuchet MS"/>
              </a:rPr>
              <a:t>Human</a:t>
            </a:r>
            <a:r>
              <a:rPr sz="1350" spc="-95" dirty="0">
                <a:latin typeface="Trebuchet MS"/>
                <a:cs typeface="Trebuchet MS"/>
              </a:rPr>
              <a:t> </a:t>
            </a:r>
            <a:r>
              <a:rPr sz="1350" spc="-10" dirty="0">
                <a:latin typeface="Trebuchet MS"/>
                <a:cs typeface="Trebuchet MS"/>
              </a:rPr>
              <a:t>and</a:t>
            </a:r>
            <a:r>
              <a:rPr sz="1350" spc="-95" dirty="0">
                <a:latin typeface="Trebuchet MS"/>
                <a:cs typeface="Trebuchet MS"/>
              </a:rPr>
              <a:t> </a:t>
            </a:r>
            <a:r>
              <a:rPr sz="1350" spc="-70" dirty="0">
                <a:latin typeface="Trebuchet MS"/>
                <a:cs typeface="Trebuchet MS"/>
              </a:rPr>
              <a:t>material</a:t>
            </a:r>
            <a:r>
              <a:rPr sz="1350" spc="-90" dirty="0">
                <a:latin typeface="Trebuchet MS"/>
                <a:cs typeface="Trebuchet MS"/>
              </a:rPr>
              <a:t> </a:t>
            </a:r>
            <a:r>
              <a:rPr sz="1350" spc="-10" dirty="0">
                <a:latin typeface="Trebuchet MS"/>
                <a:cs typeface="Trebuchet MS"/>
              </a:rPr>
              <a:t>resources</a:t>
            </a:r>
            <a:endParaRPr sz="1350">
              <a:latin typeface="Trebuchet MS"/>
              <a:cs typeface="Trebuchet MS"/>
            </a:endParaRPr>
          </a:p>
          <a:p>
            <a:pPr marL="96520" indent="-95250">
              <a:lnSpc>
                <a:spcPct val="100000"/>
              </a:lnSpc>
              <a:spcBef>
                <a:spcPts val="25"/>
              </a:spcBef>
              <a:buSzPct val="92592"/>
              <a:buChar char="•"/>
              <a:tabLst>
                <a:tab pos="96520" algn="l"/>
              </a:tabLst>
            </a:pPr>
            <a:r>
              <a:rPr sz="1350" spc="-45" dirty="0">
                <a:latin typeface="Trebuchet MS"/>
                <a:cs typeface="Trebuchet MS"/>
              </a:rPr>
              <a:t>Status</a:t>
            </a:r>
            <a:r>
              <a:rPr sz="1350" spc="-85" dirty="0">
                <a:latin typeface="Trebuchet MS"/>
                <a:cs typeface="Trebuchet MS"/>
              </a:rPr>
              <a:t> </a:t>
            </a:r>
            <a:r>
              <a:rPr sz="1350" spc="-45" dirty="0">
                <a:latin typeface="Trebuchet MS"/>
                <a:cs typeface="Trebuchet MS"/>
              </a:rPr>
              <a:t>of</a:t>
            </a:r>
            <a:r>
              <a:rPr sz="1350" spc="-80" dirty="0">
                <a:latin typeface="Trebuchet MS"/>
                <a:cs typeface="Trebuchet MS"/>
              </a:rPr>
              <a:t> </a:t>
            </a:r>
            <a:r>
              <a:rPr sz="1350" spc="-40" dirty="0">
                <a:latin typeface="Trebuchet MS"/>
                <a:cs typeface="Trebuchet MS"/>
              </a:rPr>
              <a:t>interventions</a:t>
            </a:r>
            <a:r>
              <a:rPr sz="1350" spc="-80" dirty="0">
                <a:latin typeface="Trebuchet MS"/>
                <a:cs typeface="Trebuchet MS"/>
              </a:rPr>
              <a:t> </a:t>
            </a:r>
            <a:r>
              <a:rPr sz="1350" spc="-10" dirty="0">
                <a:latin typeface="Trebuchet MS"/>
                <a:cs typeface="Trebuchet MS"/>
              </a:rPr>
              <a:t>and</a:t>
            </a:r>
            <a:r>
              <a:rPr sz="1350" spc="-80" dirty="0">
                <a:latin typeface="Trebuchet MS"/>
                <a:cs typeface="Trebuchet MS"/>
              </a:rPr>
              <a:t> </a:t>
            </a:r>
            <a:r>
              <a:rPr sz="1350" spc="-45" dirty="0">
                <a:latin typeface="Trebuchet MS"/>
                <a:cs typeface="Trebuchet MS"/>
              </a:rPr>
              <a:t>partner</a:t>
            </a:r>
            <a:r>
              <a:rPr sz="1350" spc="-85" dirty="0">
                <a:latin typeface="Trebuchet MS"/>
                <a:cs typeface="Trebuchet MS"/>
              </a:rPr>
              <a:t> </a:t>
            </a:r>
            <a:r>
              <a:rPr sz="1350" spc="-45" dirty="0">
                <a:latin typeface="Trebuchet MS"/>
                <a:cs typeface="Trebuchet MS"/>
              </a:rPr>
              <a:t>activities</a:t>
            </a:r>
            <a:endParaRPr sz="1350">
              <a:latin typeface="Trebuchet MS"/>
              <a:cs typeface="Trebuchet MS"/>
            </a:endParaRPr>
          </a:p>
          <a:p>
            <a:pPr marL="96520" indent="-95250">
              <a:lnSpc>
                <a:spcPct val="100000"/>
              </a:lnSpc>
              <a:spcBef>
                <a:spcPts val="25"/>
              </a:spcBef>
              <a:buSzPct val="92592"/>
              <a:buChar char="•"/>
              <a:tabLst>
                <a:tab pos="96520" algn="l"/>
              </a:tabLst>
            </a:pPr>
            <a:r>
              <a:rPr sz="1350" spc="-40" dirty="0">
                <a:latin typeface="Trebuchet MS"/>
                <a:cs typeface="Trebuchet MS"/>
              </a:rPr>
              <a:t>Resource</a:t>
            </a:r>
            <a:r>
              <a:rPr sz="1350" spc="-80" dirty="0">
                <a:latin typeface="Trebuchet MS"/>
                <a:cs typeface="Trebuchet MS"/>
              </a:rPr>
              <a:t> </a:t>
            </a:r>
            <a:r>
              <a:rPr sz="1350" spc="-10" dirty="0">
                <a:latin typeface="Trebuchet MS"/>
                <a:cs typeface="Trebuchet MS"/>
              </a:rPr>
              <a:t>deployments</a:t>
            </a:r>
            <a:endParaRPr sz="1350">
              <a:latin typeface="Trebuchet MS"/>
              <a:cs typeface="Trebuchet MS"/>
            </a:endParaRPr>
          </a:p>
          <a:p>
            <a:pPr marL="96520" indent="-95250">
              <a:lnSpc>
                <a:spcPct val="100000"/>
              </a:lnSpc>
              <a:spcBef>
                <a:spcPts val="25"/>
              </a:spcBef>
              <a:buSzPct val="92592"/>
              <a:buChar char="•"/>
              <a:tabLst>
                <a:tab pos="96520" algn="l"/>
              </a:tabLst>
            </a:pPr>
            <a:r>
              <a:rPr sz="1350" spc="-10" dirty="0">
                <a:latin typeface="Trebuchet MS"/>
                <a:cs typeface="Trebuchet MS"/>
              </a:rPr>
              <a:t>Expenditure</a:t>
            </a:r>
            <a:endParaRPr sz="1350">
              <a:latin typeface="Trebuchet MS"/>
              <a:cs typeface="Trebuchet MS"/>
            </a:endParaRPr>
          </a:p>
          <a:p>
            <a:pPr marL="96520" indent="-95250">
              <a:lnSpc>
                <a:spcPct val="100000"/>
              </a:lnSpc>
              <a:spcBef>
                <a:spcPts val="25"/>
              </a:spcBef>
              <a:buSzPct val="92592"/>
              <a:buChar char="•"/>
              <a:tabLst>
                <a:tab pos="96520" algn="l"/>
              </a:tabLst>
            </a:pPr>
            <a:r>
              <a:rPr sz="1350" spc="-35" dirty="0">
                <a:latin typeface="Trebuchet MS"/>
                <a:cs typeface="Trebuchet MS"/>
              </a:rPr>
              <a:t>Progress</a:t>
            </a:r>
            <a:r>
              <a:rPr sz="1350" spc="-75" dirty="0">
                <a:latin typeface="Trebuchet MS"/>
                <a:cs typeface="Trebuchet MS"/>
              </a:rPr>
              <a:t> </a:t>
            </a:r>
            <a:r>
              <a:rPr sz="1350" spc="-30" dirty="0">
                <a:latin typeface="Trebuchet MS"/>
                <a:cs typeface="Trebuchet MS"/>
              </a:rPr>
              <a:t>in</a:t>
            </a:r>
            <a:r>
              <a:rPr sz="1350" spc="-70" dirty="0">
                <a:latin typeface="Trebuchet MS"/>
                <a:cs typeface="Trebuchet MS"/>
              </a:rPr>
              <a:t> </a:t>
            </a:r>
            <a:r>
              <a:rPr sz="1350" spc="-25" dirty="0">
                <a:latin typeface="Trebuchet MS"/>
                <a:cs typeface="Trebuchet MS"/>
              </a:rPr>
              <a:t>achieving</a:t>
            </a:r>
            <a:r>
              <a:rPr sz="1350" spc="-75" dirty="0">
                <a:latin typeface="Trebuchet MS"/>
                <a:cs typeface="Trebuchet MS"/>
              </a:rPr>
              <a:t> </a:t>
            </a:r>
            <a:r>
              <a:rPr sz="1350" spc="-10" dirty="0">
                <a:latin typeface="Trebuchet MS"/>
                <a:cs typeface="Trebuchet MS"/>
              </a:rPr>
              <a:t>objectives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4360368" y="5465718"/>
            <a:ext cx="3532504" cy="1410970"/>
          </a:xfrm>
          <a:prstGeom prst="rect">
            <a:avLst/>
          </a:prstGeom>
          <a:ln w="10470">
            <a:solidFill>
              <a:srgbClr val="494846"/>
            </a:solidFill>
          </a:ln>
        </p:spPr>
        <p:txBody>
          <a:bodyPr vert="horz" wrap="square" lIns="0" tIns="360045" rIns="0" bIns="0" rtlCol="0">
            <a:spAutoFit/>
          </a:bodyPr>
          <a:lstStyle/>
          <a:p>
            <a:pPr marL="278130">
              <a:lnSpc>
                <a:spcPct val="100000"/>
              </a:lnSpc>
              <a:spcBef>
                <a:spcPts val="2835"/>
              </a:spcBef>
            </a:pPr>
            <a:r>
              <a:rPr sz="3850" b="1" spc="-95" dirty="0">
                <a:solidFill>
                  <a:srgbClr val="494846"/>
                </a:solidFill>
                <a:latin typeface="Century Gothic"/>
                <a:cs typeface="Century Gothic"/>
              </a:rPr>
              <a:t>Context</a:t>
            </a:r>
            <a:r>
              <a:rPr sz="3850" b="1" spc="-20" dirty="0">
                <a:solidFill>
                  <a:srgbClr val="494846"/>
                </a:solidFill>
                <a:latin typeface="Century Gothic"/>
                <a:cs typeface="Century Gothic"/>
              </a:rPr>
              <a:t> Info</a:t>
            </a:r>
            <a:endParaRPr sz="3850" dirty="0">
              <a:latin typeface="Century Gothic"/>
              <a:cs typeface="Century Gothic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4360442" y="3801612"/>
            <a:ext cx="3532504" cy="1419860"/>
          </a:xfrm>
          <a:prstGeom prst="rect">
            <a:avLst/>
          </a:prstGeom>
          <a:ln w="10470">
            <a:solidFill>
              <a:srgbClr val="403C3B"/>
            </a:solidFill>
          </a:ln>
        </p:spPr>
        <p:txBody>
          <a:bodyPr vert="horz" wrap="square" lIns="0" tIns="185420" rIns="0" bIns="0" rtlCol="0">
            <a:spAutoFit/>
          </a:bodyPr>
          <a:lstStyle/>
          <a:p>
            <a:pPr marL="478790" indent="-120650">
              <a:lnSpc>
                <a:spcPct val="100000"/>
              </a:lnSpc>
              <a:spcBef>
                <a:spcPts val="1460"/>
              </a:spcBef>
              <a:buChar char="•"/>
              <a:tabLst>
                <a:tab pos="478790" algn="l"/>
              </a:tabLst>
            </a:pPr>
            <a:r>
              <a:rPr sz="1350" dirty="0">
                <a:latin typeface="Trebuchet MS"/>
                <a:cs typeface="Trebuchet MS"/>
              </a:rPr>
              <a:t>Mapping</a:t>
            </a:r>
            <a:r>
              <a:rPr sz="1350" spc="10" dirty="0">
                <a:latin typeface="Trebuchet MS"/>
                <a:cs typeface="Trebuchet MS"/>
              </a:rPr>
              <a:t> </a:t>
            </a:r>
            <a:r>
              <a:rPr sz="1350" spc="-30" dirty="0">
                <a:latin typeface="Trebuchet MS"/>
                <a:cs typeface="Trebuchet MS"/>
              </a:rPr>
              <a:t>populatio</a:t>
            </a:r>
            <a:r>
              <a:rPr sz="1350" spc="15" dirty="0">
                <a:latin typeface="Trebuchet MS"/>
                <a:cs typeface="Trebuchet MS"/>
              </a:rPr>
              <a:t> </a:t>
            </a:r>
            <a:r>
              <a:rPr sz="1350" spc="-10" dirty="0">
                <a:latin typeface="Trebuchet MS"/>
                <a:cs typeface="Trebuchet MS"/>
              </a:rPr>
              <a:t>distribution</a:t>
            </a:r>
            <a:endParaRPr sz="1350">
              <a:latin typeface="Trebuchet MS"/>
              <a:cs typeface="Trebuchet MS"/>
            </a:endParaRPr>
          </a:p>
          <a:p>
            <a:pPr marL="441959" indent="-102870">
              <a:lnSpc>
                <a:spcPct val="100000"/>
              </a:lnSpc>
              <a:spcBef>
                <a:spcPts val="25"/>
              </a:spcBef>
              <a:buChar char="•"/>
              <a:tabLst>
                <a:tab pos="441959" algn="l"/>
              </a:tabLst>
            </a:pPr>
            <a:r>
              <a:rPr sz="1350" spc="-50" dirty="0">
                <a:latin typeface="Trebuchet MS"/>
                <a:cs typeface="Trebuchet MS"/>
              </a:rPr>
              <a:t>Transportation</a:t>
            </a:r>
            <a:r>
              <a:rPr sz="1350" spc="-5" dirty="0">
                <a:latin typeface="Trebuchet MS"/>
                <a:cs typeface="Trebuchet MS"/>
              </a:rPr>
              <a:t> </a:t>
            </a:r>
            <a:r>
              <a:rPr sz="1350" spc="-10" dirty="0">
                <a:latin typeface="Trebuchet MS"/>
                <a:cs typeface="Trebuchet MS"/>
              </a:rPr>
              <a:t>links</a:t>
            </a:r>
            <a:endParaRPr sz="1350">
              <a:latin typeface="Trebuchet MS"/>
              <a:cs typeface="Trebuchet MS"/>
            </a:endParaRPr>
          </a:p>
          <a:p>
            <a:pPr marL="441959" indent="-102870">
              <a:lnSpc>
                <a:spcPct val="100000"/>
              </a:lnSpc>
              <a:spcBef>
                <a:spcPts val="25"/>
              </a:spcBef>
              <a:buChar char="•"/>
              <a:tabLst>
                <a:tab pos="441959" algn="l"/>
              </a:tabLst>
            </a:pPr>
            <a:r>
              <a:rPr sz="1350" spc="-40" dirty="0">
                <a:latin typeface="Trebuchet MS"/>
                <a:cs typeface="Trebuchet MS"/>
              </a:rPr>
              <a:t>Location</a:t>
            </a:r>
            <a:r>
              <a:rPr sz="1350" spc="-95" dirty="0">
                <a:latin typeface="Trebuchet MS"/>
                <a:cs typeface="Trebuchet MS"/>
              </a:rPr>
              <a:t> </a:t>
            </a:r>
            <a:r>
              <a:rPr sz="1350" spc="-45" dirty="0">
                <a:latin typeface="Trebuchet MS"/>
                <a:cs typeface="Trebuchet MS"/>
              </a:rPr>
              <a:t>of</a:t>
            </a:r>
            <a:r>
              <a:rPr sz="1350" spc="-90" dirty="0">
                <a:latin typeface="Trebuchet MS"/>
                <a:cs typeface="Trebuchet MS"/>
              </a:rPr>
              <a:t> </a:t>
            </a:r>
            <a:r>
              <a:rPr sz="1350" spc="-60" dirty="0">
                <a:latin typeface="Trebuchet MS"/>
                <a:cs typeface="Trebuchet MS"/>
              </a:rPr>
              <a:t>fixed</a:t>
            </a:r>
            <a:r>
              <a:rPr sz="1350" spc="-90" dirty="0">
                <a:latin typeface="Trebuchet MS"/>
                <a:cs typeface="Trebuchet MS"/>
              </a:rPr>
              <a:t> </a:t>
            </a:r>
            <a:r>
              <a:rPr sz="1350" spc="-10" dirty="0">
                <a:latin typeface="Trebuchet MS"/>
                <a:cs typeface="Trebuchet MS"/>
              </a:rPr>
              <a:t>and</a:t>
            </a:r>
            <a:r>
              <a:rPr sz="1350" spc="-90" dirty="0">
                <a:latin typeface="Trebuchet MS"/>
                <a:cs typeface="Trebuchet MS"/>
              </a:rPr>
              <a:t> </a:t>
            </a:r>
            <a:r>
              <a:rPr sz="1350" spc="-40" dirty="0">
                <a:latin typeface="Trebuchet MS"/>
                <a:cs typeface="Trebuchet MS"/>
              </a:rPr>
              <a:t>temporary</a:t>
            </a:r>
            <a:r>
              <a:rPr sz="1350" spc="-90" dirty="0">
                <a:latin typeface="Trebuchet MS"/>
                <a:cs typeface="Trebuchet MS"/>
              </a:rPr>
              <a:t> </a:t>
            </a:r>
            <a:r>
              <a:rPr sz="1350" spc="-10" dirty="0">
                <a:latin typeface="Trebuchet MS"/>
                <a:cs typeface="Trebuchet MS"/>
              </a:rPr>
              <a:t>facilities</a:t>
            </a:r>
            <a:endParaRPr sz="1350">
              <a:latin typeface="Trebuchet MS"/>
              <a:cs typeface="Trebuchet MS"/>
            </a:endParaRPr>
          </a:p>
          <a:p>
            <a:pPr marL="441959" indent="-102870">
              <a:lnSpc>
                <a:spcPct val="100000"/>
              </a:lnSpc>
              <a:spcBef>
                <a:spcPts val="25"/>
              </a:spcBef>
              <a:buChar char="•"/>
              <a:tabLst>
                <a:tab pos="441959" algn="l"/>
              </a:tabLst>
            </a:pPr>
            <a:r>
              <a:rPr sz="1350" spc="-50" dirty="0">
                <a:latin typeface="Trebuchet MS"/>
                <a:cs typeface="Trebuchet MS"/>
              </a:rPr>
              <a:t>Availability</a:t>
            </a:r>
            <a:r>
              <a:rPr sz="1350" spc="-80" dirty="0">
                <a:latin typeface="Trebuchet MS"/>
                <a:cs typeface="Trebuchet MS"/>
              </a:rPr>
              <a:t> </a:t>
            </a:r>
            <a:r>
              <a:rPr sz="1350" spc="-45" dirty="0">
                <a:latin typeface="Trebuchet MS"/>
                <a:cs typeface="Trebuchet MS"/>
              </a:rPr>
              <a:t>of</a:t>
            </a:r>
            <a:r>
              <a:rPr sz="1350" spc="-80" dirty="0">
                <a:latin typeface="Trebuchet MS"/>
                <a:cs typeface="Trebuchet MS"/>
              </a:rPr>
              <a:t> </a:t>
            </a:r>
            <a:r>
              <a:rPr sz="1350" spc="-55" dirty="0">
                <a:latin typeface="Trebuchet MS"/>
                <a:cs typeface="Trebuchet MS"/>
              </a:rPr>
              <a:t>clean</a:t>
            </a:r>
            <a:r>
              <a:rPr sz="1350" spc="-75" dirty="0">
                <a:latin typeface="Trebuchet MS"/>
                <a:cs typeface="Trebuchet MS"/>
              </a:rPr>
              <a:t> </a:t>
            </a:r>
            <a:r>
              <a:rPr sz="1350" spc="-20" dirty="0">
                <a:latin typeface="Trebuchet MS"/>
                <a:cs typeface="Trebuchet MS"/>
              </a:rPr>
              <a:t>water</a:t>
            </a:r>
            <a:endParaRPr sz="1350">
              <a:latin typeface="Trebuchet MS"/>
              <a:cs typeface="Trebuchet MS"/>
            </a:endParaRPr>
          </a:p>
          <a:p>
            <a:pPr marL="441959" indent="-102870">
              <a:lnSpc>
                <a:spcPct val="100000"/>
              </a:lnSpc>
              <a:spcBef>
                <a:spcPts val="25"/>
              </a:spcBef>
              <a:buChar char="•"/>
              <a:tabLst>
                <a:tab pos="441959" algn="l"/>
              </a:tabLst>
            </a:pPr>
            <a:r>
              <a:rPr sz="1350" spc="-60" dirty="0">
                <a:latin typeface="Trebuchet MS"/>
                <a:cs typeface="Trebuchet MS"/>
              </a:rPr>
              <a:t>Climate</a:t>
            </a:r>
            <a:r>
              <a:rPr sz="1350" spc="-90" dirty="0">
                <a:latin typeface="Trebuchet MS"/>
                <a:cs typeface="Trebuchet MS"/>
              </a:rPr>
              <a:t> </a:t>
            </a:r>
            <a:r>
              <a:rPr sz="1350" spc="-10" dirty="0">
                <a:latin typeface="Trebuchet MS"/>
                <a:cs typeface="Trebuchet MS"/>
              </a:rPr>
              <a:t>and</a:t>
            </a:r>
            <a:r>
              <a:rPr sz="1350" spc="-90" dirty="0">
                <a:latin typeface="Trebuchet MS"/>
                <a:cs typeface="Trebuchet MS"/>
              </a:rPr>
              <a:t> </a:t>
            </a:r>
            <a:r>
              <a:rPr sz="1350" spc="-10" dirty="0">
                <a:latin typeface="Trebuchet MS"/>
                <a:cs typeface="Trebuchet MS"/>
              </a:rPr>
              <a:t>weather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630390" y="4382581"/>
            <a:ext cx="808990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850" b="1" spc="-85" dirty="0">
                <a:solidFill>
                  <a:srgbClr val="BD4A5F"/>
                </a:solidFill>
                <a:latin typeface="Century Gothic"/>
                <a:cs typeface="Century Gothic"/>
              </a:rPr>
              <a:t>Where?</a:t>
            </a:r>
            <a:endParaRPr sz="1850">
              <a:latin typeface="Century Gothic"/>
              <a:cs typeface="Century Gothic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945233" y="3980140"/>
            <a:ext cx="1554480" cy="3860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2350" b="1" spc="-95" dirty="0">
                <a:solidFill>
                  <a:srgbClr val="BD4A5F"/>
                </a:solidFill>
                <a:latin typeface="Century Gothic"/>
                <a:cs typeface="Century Gothic"/>
              </a:rPr>
              <a:t>How</a:t>
            </a:r>
            <a:r>
              <a:rPr sz="2350" b="1" spc="-165" dirty="0">
                <a:solidFill>
                  <a:srgbClr val="BD4A5F"/>
                </a:solidFill>
                <a:latin typeface="Century Gothic"/>
                <a:cs typeface="Century Gothic"/>
              </a:rPr>
              <a:t> </a:t>
            </a:r>
            <a:r>
              <a:rPr sz="2350" b="1" spc="-170" dirty="0">
                <a:solidFill>
                  <a:srgbClr val="BD4A5F"/>
                </a:solidFill>
                <a:latin typeface="Century Gothic"/>
                <a:cs typeface="Century Gothic"/>
              </a:rPr>
              <a:t>many?</a:t>
            </a:r>
            <a:endParaRPr sz="2350">
              <a:latin typeface="Century Gothic"/>
              <a:cs typeface="Century Gothic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2835641" y="3801612"/>
            <a:ext cx="7333615" cy="1419860"/>
          </a:xfrm>
          <a:custGeom>
            <a:avLst/>
            <a:gdLst/>
            <a:ahLst/>
            <a:cxnLst/>
            <a:rect l="l" t="t" r="r" b="b"/>
            <a:pathLst>
              <a:path w="7333615" h="1419860">
                <a:moveTo>
                  <a:pt x="7333399" y="1419841"/>
                </a:moveTo>
                <a:lnTo>
                  <a:pt x="0" y="1419841"/>
                </a:lnTo>
                <a:lnTo>
                  <a:pt x="0" y="0"/>
                </a:lnTo>
                <a:lnTo>
                  <a:pt x="7333399" y="0"/>
                </a:lnTo>
                <a:lnTo>
                  <a:pt x="7333399" y="1419841"/>
                </a:lnTo>
                <a:close/>
              </a:path>
            </a:pathLst>
          </a:custGeom>
          <a:ln w="10470">
            <a:solidFill>
              <a:srgbClr val="BD4A5F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8820780" y="4256579"/>
            <a:ext cx="1049655" cy="525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3250" b="1" spc="-140" dirty="0">
                <a:solidFill>
                  <a:srgbClr val="BD4A5F"/>
                </a:solidFill>
                <a:latin typeface="Century Gothic"/>
                <a:cs typeface="Century Gothic"/>
              </a:rPr>
              <a:t>Who?</a:t>
            </a:r>
            <a:endParaRPr sz="3250">
              <a:latin typeface="Century Gothic"/>
              <a:cs typeface="Century Gothic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995199" y="3895164"/>
            <a:ext cx="2799715" cy="10775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377315">
              <a:lnSpc>
                <a:spcPct val="100000"/>
              </a:lnSpc>
              <a:spcBef>
                <a:spcPts val="125"/>
              </a:spcBef>
            </a:pPr>
            <a:r>
              <a:rPr sz="1850" b="1" spc="-65" dirty="0">
                <a:solidFill>
                  <a:srgbClr val="BD4A5F"/>
                </a:solidFill>
                <a:latin typeface="Century Gothic"/>
                <a:cs typeface="Century Gothic"/>
              </a:rPr>
              <a:t>How</a:t>
            </a:r>
            <a:r>
              <a:rPr sz="1850" b="1" spc="-120" dirty="0">
                <a:solidFill>
                  <a:srgbClr val="BD4A5F"/>
                </a:solidFill>
                <a:latin typeface="Century Gothic"/>
                <a:cs typeface="Century Gothic"/>
              </a:rPr>
              <a:t> </a:t>
            </a:r>
            <a:r>
              <a:rPr sz="1850" b="1" spc="-80" dirty="0">
                <a:solidFill>
                  <a:srgbClr val="BD4A5F"/>
                </a:solidFill>
                <a:latin typeface="Century Gothic"/>
                <a:cs typeface="Century Gothic"/>
              </a:rPr>
              <a:t>quickly?</a:t>
            </a:r>
            <a:endParaRPr sz="185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209"/>
              </a:spcBef>
            </a:pPr>
            <a:r>
              <a:rPr sz="4850" b="1" spc="-10" dirty="0">
                <a:solidFill>
                  <a:srgbClr val="BD4A5F"/>
                </a:solidFill>
                <a:latin typeface="Century Gothic"/>
                <a:cs typeface="Century Gothic"/>
              </a:rPr>
              <a:t>What?</a:t>
            </a:r>
            <a:endParaRPr sz="4850">
              <a:latin typeface="Century Gothic"/>
              <a:cs typeface="Century Gothic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550407" y="4799844"/>
            <a:ext cx="1760220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2050" b="1" spc="-70" dirty="0">
                <a:solidFill>
                  <a:srgbClr val="BD4A5F"/>
                </a:solidFill>
                <a:latin typeface="Century Gothic"/>
                <a:cs typeface="Century Gothic"/>
              </a:rPr>
              <a:t>Current</a:t>
            </a:r>
            <a:r>
              <a:rPr sz="2050" b="1" spc="-100" dirty="0">
                <a:solidFill>
                  <a:srgbClr val="BD4A5F"/>
                </a:solidFill>
                <a:latin typeface="Century Gothic"/>
                <a:cs typeface="Century Gothic"/>
              </a:rPr>
              <a:t> </a:t>
            </a:r>
            <a:r>
              <a:rPr sz="2050" b="1" spc="-35" dirty="0">
                <a:solidFill>
                  <a:srgbClr val="BD4A5F"/>
                </a:solidFill>
                <a:latin typeface="Century Gothic"/>
                <a:cs typeface="Century Gothic"/>
              </a:rPr>
              <a:t>status?</a:t>
            </a:r>
            <a:endParaRPr sz="2050" dirty="0">
              <a:latin typeface="Century Gothic"/>
              <a:cs typeface="Century Gothic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0" y="8073421"/>
            <a:ext cx="20104100" cy="3235325"/>
            <a:chOff x="0" y="8073421"/>
            <a:chExt cx="20104100" cy="3235325"/>
          </a:xfrm>
        </p:grpSpPr>
        <p:sp>
          <p:nvSpPr>
            <p:cNvPr id="45" name="object 45"/>
            <p:cNvSpPr/>
            <p:nvPr/>
          </p:nvSpPr>
          <p:spPr>
            <a:xfrm>
              <a:off x="4885068" y="10252157"/>
              <a:ext cx="5909310" cy="20955"/>
            </a:xfrm>
            <a:custGeom>
              <a:avLst/>
              <a:gdLst/>
              <a:ahLst/>
              <a:cxnLst/>
              <a:rect l="l" t="t" r="r" b="b"/>
              <a:pathLst>
                <a:path w="5909310" h="20954">
                  <a:moveTo>
                    <a:pt x="46964" y="11925"/>
                  </a:moveTo>
                  <a:lnTo>
                    <a:pt x="46939" y="8991"/>
                  </a:lnTo>
                  <a:lnTo>
                    <a:pt x="45758" y="7797"/>
                  </a:lnTo>
                  <a:lnTo>
                    <a:pt x="1079" y="8089"/>
                  </a:lnTo>
                  <a:lnTo>
                    <a:pt x="12" y="9144"/>
                  </a:lnTo>
                  <a:lnTo>
                    <a:pt x="0" y="11785"/>
                  </a:lnTo>
                  <a:lnTo>
                    <a:pt x="1066" y="12865"/>
                  </a:lnTo>
                  <a:lnTo>
                    <a:pt x="44310" y="13131"/>
                  </a:lnTo>
                  <a:lnTo>
                    <a:pt x="45783" y="13119"/>
                  </a:lnTo>
                  <a:lnTo>
                    <a:pt x="46964" y="11925"/>
                  </a:lnTo>
                  <a:close/>
                </a:path>
                <a:path w="5909310" h="20954">
                  <a:moveTo>
                    <a:pt x="131279" y="12217"/>
                  </a:moveTo>
                  <a:lnTo>
                    <a:pt x="131254" y="8686"/>
                  </a:lnTo>
                  <a:lnTo>
                    <a:pt x="129806" y="7264"/>
                  </a:lnTo>
                  <a:lnTo>
                    <a:pt x="84556" y="7543"/>
                  </a:lnTo>
                  <a:lnTo>
                    <a:pt x="83261" y="8839"/>
                  </a:lnTo>
                  <a:lnTo>
                    <a:pt x="83235" y="12065"/>
                  </a:lnTo>
                  <a:lnTo>
                    <a:pt x="84531" y="13385"/>
                  </a:lnTo>
                  <a:lnTo>
                    <a:pt x="128079" y="13665"/>
                  </a:lnTo>
                  <a:lnTo>
                    <a:pt x="129857" y="13665"/>
                  </a:lnTo>
                  <a:lnTo>
                    <a:pt x="131279" y="12217"/>
                  </a:lnTo>
                  <a:close/>
                </a:path>
                <a:path w="5909310" h="20954">
                  <a:moveTo>
                    <a:pt x="215582" y="12509"/>
                  </a:moveTo>
                  <a:lnTo>
                    <a:pt x="215557" y="8382"/>
                  </a:lnTo>
                  <a:lnTo>
                    <a:pt x="213868" y="6718"/>
                  </a:lnTo>
                  <a:lnTo>
                    <a:pt x="168033" y="7010"/>
                  </a:lnTo>
                  <a:lnTo>
                    <a:pt x="166497" y="8547"/>
                  </a:lnTo>
                  <a:lnTo>
                    <a:pt x="166471" y="12369"/>
                  </a:lnTo>
                  <a:lnTo>
                    <a:pt x="168008" y="13931"/>
                  </a:lnTo>
                  <a:lnTo>
                    <a:pt x="211810" y="14211"/>
                  </a:lnTo>
                  <a:lnTo>
                    <a:pt x="213918" y="14198"/>
                  </a:lnTo>
                  <a:lnTo>
                    <a:pt x="215582" y="12509"/>
                  </a:lnTo>
                  <a:close/>
                </a:path>
                <a:path w="5909310" h="20954">
                  <a:moveTo>
                    <a:pt x="299885" y="12801"/>
                  </a:moveTo>
                  <a:lnTo>
                    <a:pt x="299859" y="8077"/>
                  </a:lnTo>
                  <a:lnTo>
                    <a:pt x="297929" y="6184"/>
                  </a:lnTo>
                  <a:lnTo>
                    <a:pt x="251510" y="6477"/>
                  </a:lnTo>
                  <a:lnTo>
                    <a:pt x="249720" y="8255"/>
                  </a:lnTo>
                  <a:lnTo>
                    <a:pt x="249707" y="12661"/>
                  </a:lnTo>
                  <a:lnTo>
                    <a:pt x="251485" y="14465"/>
                  </a:lnTo>
                  <a:lnTo>
                    <a:pt x="295579" y="14744"/>
                  </a:lnTo>
                  <a:lnTo>
                    <a:pt x="297992" y="14732"/>
                  </a:lnTo>
                  <a:lnTo>
                    <a:pt x="299885" y="12801"/>
                  </a:lnTo>
                  <a:close/>
                </a:path>
                <a:path w="5909310" h="20954">
                  <a:moveTo>
                    <a:pt x="384200" y="13106"/>
                  </a:moveTo>
                  <a:lnTo>
                    <a:pt x="384175" y="7785"/>
                  </a:lnTo>
                  <a:lnTo>
                    <a:pt x="382003" y="5651"/>
                  </a:lnTo>
                  <a:lnTo>
                    <a:pt x="334975" y="5956"/>
                  </a:lnTo>
                  <a:lnTo>
                    <a:pt x="332968" y="7962"/>
                  </a:lnTo>
                  <a:lnTo>
                    <a:pt x="332930" y="12954"/>
                  </a:lnTo>
                  <a:lnTo>
                    <a:pt x="334962" y="14998"/>
                  </a:lnTo>
                  <a:lnTo>
                    <a:pt x="379349" y="15278"/>
                  </a:lnTo>
                  <a:lnTo>
                    <a:pt x="382066" y="15252"/>
                  </a:lnTo>
                  <a:lnTo>
                    <a:pt x="384200" y="13106"/>
                  </a:lnTo>
                  <a:close/>
                </a:path>
                <a:path w="5909310" h="20954">
                  <a:moveTo>
                    <a:pt x="468452" y="13373"/>
                  </a:moveTo>
                  <a:lnTo>
                    <a:pt x="468414" y="7518"/>
                  </a:lnTo>
                  <a:lnTo>
                    <a:pt x="466026" y="5156"/>
                  </a:lnTo>
                  <a:lnTo>
                    <a:pt x="418452" y="5410"/>
                  </a:lnTo>
                  <a:lnTo>
                    <a:pt x="416191" y="7658"/>
                  </a:lnTo>
                  <a:lnTo>
                    <a:pt x="416153" y="13246"/>
                  </a:lnTo>
                  <a:lnTo>
                    <a:pt x="418426" y="15532"/>
                  </a:lnTo>
                  <a:lnTo>
                    <a:pt x="463105" y="15773"/>
                  </a:lnTo>
                  <a:lnTo>
                    <a:pt x="466090" y="15760"/>
                  </a:lnTo>
                  <a:lnTo>
                    <a:pt x="468452" y="13373"/>
                  </a:lnTo>
                  <a:close/>
                </a:path>
                <a:path w="5909310" h="20954">
                  <a:moveTo>
                    <a:pt x="552513" y="13550"/>
                  </a:moveTo>
                  <a:lnTo>
                    <a:pt x="552475" y="7353"/>
                  </a:lnTo>
                  <a:lnTo>
                    <a:pt x="549960" y="4864"/>
                  </a:lnTo>
                  <a:lnTo>
                    <a:pt x="502005" y="5029"/>
                  </a:lnTo>
                  <a:lnTo>
                    <a:pt x="499579" y="7454"/>
                  </a:lnTo>
                  <a:lnTo>
                    <a:pt x="499554" y="13462"/>
                  </a:lnTo>
                  <a:lnTo>
                    <a:pt x="501992" y="15913"/>
                  </a:lnTo>
                  <a:lnTo>
                    <a:pt x="546925" y="16065"/>
                  </a:lnTo>
                  <a:lnTo>
                    <a:pt x="550011" y="16052"/>
                  </a:lnTo>
                  <a:lnTo>
                    <a:pt x="552513" y="13550"/>
                  </a:lnTo>
                  <a:close/>
                </a:path>
                <a:path w="5909310" h="20954">
                  <a:moveTo>
                    <a:pt x="636587" y="13716"/>
                  </a:moveTo>
                  <a:lnTo>
                    <a:pt x="636549" y="7188"/>
                  </a:lnTo>
                  <a:lnTo>
                    <a:pt x="633895" y="4559"/>
                  </a:lnTo>
                  <a:lnTo>
                    <a:pt x="585609" y="4737"/>
                  </a:lnTo>
                  <a:lnTo>
                    <a:pt x="583044" y="7289"/>
                  </a:lnTo>
                  <a:lnTo>
                    <a:pt x="583018" y="13627"/>
                  </a:lnTo>
                  <a:lnTo>
                    <a:pt x="585584" y="16205"/>
                  </a:lnTo>
                  <a:lnTo>
                    <a:pt x="630682" y="16370"/>
                  </a:lnTo>
                  <a:lnTo>
                    <a:pt x="633945" y="16357"/>
                  </a:lnTo>
                  <a:lnTo>
                    <a:pt x="636587" y="13716"/>
                  </a:lnTo>
                  <a:close/>
                </a:path>
                <a:path w="5909310" h="20954">
                  <a:moveTo>
                    <a:pt x="720648" y="13881"/>
                  </a:moveTo>
                  <a:lnTo>
                    <a:pt x="720623" y="7023"/>
                  </a:lnTo>
                  <a:lnTo>
                    <a:pt x="717842" y="4254"/>
                  </a:lnTo>
                  <a:lnTo>
                    <a:pt x="669213" y="4432"/>
                  </a:lnTo>
                  <a:lnTo>
                    <a:pt x="666508" y="7124"/>
                  </a:lnTo>
                  <a:lnTo>
                    <a:pt x="666483" y="13792"/>
                  </a:lnTo>
                  <a:lnTo>
                    <a:pt x="669188" y="16510"/>
                  </a:lnTo>
                  <a:lnTo>
                    <a:pt x="714451" y="16675"/>
                  </a:lnTo>
                  <a:lnTo>
                    <a:pt x="717880" y="16662"/>
                  </a:lnTo>
                  <a:lnTo>
                    <a:pt x="720648" y="13881"/>
                  </a:lnTo>
                  <a:close/>
                </a:path>
                <a:path w="5909310" h="20954">
                  <a:moveTo>
                    <a:pt x="804710" y="14046"/>
                  </a:moveTo>
                  <a:lnTo>
                    <a:pt x="804697" y="6858"/>
                  </a:lnTo>
                  <a:lnTo>
                    <a:pt x="801776" y="3962"/>
                  </a:lnTo>
                  <a:lnTo>
                    <a:pt x="752805" y="4140"/>
                  </a:lnTo>
                  <a:lnTo>
                    <a:pt x="749985" y="6959"/>
                  </a:lnTo>
                  <a:lnTo>
                    <a:pt x="749947" y="13957"/>
                  </a:lnTo>
                  <a:lnTo>
                    <a:pt x="752792" y="16802"/>
                  </a:lnTo>
                  <a:lnTo>
                    <a:pt x="798220" y="16979"/>
                  </a:lnTo>
                  <a:lnTo>
                    <a:pt x="801814" y="16967"/>
                  </a:lnTo>
                  <a:lnTo>
                    <a:pt x="804710" y="14046"/>
                  </a:lnTo>
                  <a:close/>
                </a:path>
                <a:path w="5909310" h="20954">
                  <a:moveTo>
                    <a:pt x="888784" y="14211"/>
                  </a:moveTo>
                  <a:lnTo>
                    <a:pt x="888758" y="6692"/>
                  </a:lnTo>
                  <a:lnTo>
                    <a:pt x="885710" y="3644"/>
                  </a:lnTo>
                  <a:lnTo>
                    <a:pt x="836409" y="3822"/>
                  </a:lnTo>
                  <a:lnTo>
                    <a:pt x="833450" y="6794"/>
                  </a:lnTo>
                  <a:lnTo>
                    <a:pt x="833424" y="14122"/>
                  </a:lnTo>
                  <a:lnTo>
                    <a:pt x="836383" y="17106"/>
                  </a:lnTo>
                  <a:lnTo>
                    <a:pt x="882002" y="17272"/>
                  </a:lnTo>
                  <a:lnTo>
                    <a:pt x="885761" y="17259"/>
                  </a:lnTo>
                  <a:lnTo>
                    <a:pt x="888784" y="14211"/>
                  </a:lnTo>
                  <a:close/>
                </a:path>
                <a:path w="5909310" h="20954">
                  <a:moveTo>
                    <a:pt x="972858" y="14376"/>
                  </a:moveTo>
                  <a:lnTo>
                    <a:pt x="972832" y="6515"/>
                  </a:lnTo>
                  <a:lnTo>
                    <a:pt x="969645" y="3352"/>
                  </a:lnTo>
                  <a:lnTo>
                    <a:pt x="920013" y="3530"/>
                  </a:lnTo>
                  <a:lnTo>
                    <a:pt x="916914" y="6616"/>
                  </a:lnTo>
                  <a:lnTo>
                    <a:pt x="916889" y="14287"/>
                  </a:lnTo>
                  <a:lnTo>
                    <a:pt x="919988" y="17411"/>
                  </a:lnTo>
                  <a:lnTo>
                    <a:pt x="965771" y="17576"/>
                  </a:lnTo>
                  <a:lnTo>
                    <a:pt x="969695" y="17564"/>
                  </a:lnTo>
                  <a:lnTo>
                    <a:pt x="972858" y="14376"/>
                  </a:lnTo>
                  <a:close/>
                </a:path>
                <a:path w="5909310" h="20954">
                  <a:moveTo>
                    <a:pt x="1056919" y="14541"/>
                  </a:moveTo>
                  <a:lnTo>
                    <a:pt x="1056894" y="6350"/>
                  </a:lnTo>
                  <a:lnTo>
                    <a:pt x="1053579" y="3048"/>
                  </a:lnTo>
                  <a:lnTo>
                    <a:pt x="1003617" y="3225"/>
                  </a:lnTo>
                  <a:lnTo>
                    <a:pt x="1000379" y="6451"/>
                  </a:lnTo>
                  <a:lnTo>
                    <a:pt x="1000353" y="14452"/>
                  </a:lnTo>
                  <a:lnTo>
                    <a:pt x="1003592" y="17703"/>
                  </a:lnTo>
                  <a:lnTo>
                    <a:pt x="1049528" y="17881"/>
                  </a:lnTo>
                  <a:lnTo>
                    <a:pt x="1053630" y="17868"/>
                  </a:lnTo>
                  <a:lnTo>
                    <a:pt x="1056919" y="14541"/>
                  </a:lnTo>
                  <a:close/>
                </a:path>
                <a:path w="5909310" h="20954">
                  <a:moveTo>
                    <a:pt x="1140993" y="14706"/>
                  </a:moveTo>
                  <a:lnTo>
                    <a:pt x="1140968" y="6184"/>
                  </a:lnTo>
                  <a:lnTo>
                    <a:pt x="1137513" y="2743"/>
                  </a:lnTo>
                  <a:lnTo>
                    <a:pt x="1087221" y="2933"/>
                  </a:lnTo>
                  <a:lnTo>
                    <a:pt x="1083843" y="6299"/>
                  </a:lnTo>
                  <a:lnTo>
                    <a:pt x="1083818" y="14617"/>
                  </a:lnTo>
                  <a:lnTo>
                    <a:pt x="1087183" y="18008"/>
                  </a:lnTo>
                  <a:lnTo>
                    <a:pt x="1133297" y="18173"/>
                  </a:lnTo>
                  <a:lnTo>
                    <a:pt x="1137564" y="18173"/>
                  </a:lnTo>
                  <a:lnTo>
                    <a:pt x="1140993" y="14706"/>
                  </a:lnTo>
                  <a:close/>
                </a:path>
                <a:path w="5909310" h="20954">
                  <a:moveTo>
                    <a:pt x="1225067" y="14871"/>
                  </a:moveTo>
                  <a:lnTo>
                    <a:pt x="1225029" y="6019"/>
                  </a:lnTo>
                  <a:lnTo>
                    <a:pt x="1221435" y="2451"/>
                  </a:lnTo>
                  <a:lnTo>
                    <a:pt x="1170813" y="2628"/>
                  </a:lnTo>
                  <a:lnTo>
                    <a:pt x="1167320" y="6121"/>
                  </a:lnTo>
                  <a:lnTo>
                    <a:pt x="1167282" y="14782"/>
                  </a:lnTo>
                  <a:lnTo>
                    <a:pt x="1170787" y="18313"/>
                  </a:lnTo>
                  <a:lnTo>
                    <a:pt x="1217066" y="18478"/>
                  </a:lnTo>
                  <a:lnTo>
                    <a:pt x="1221498" y="18465"/>
                  </a:lnTo>
                  <a:lnTo>
                    <a:pt x="1225067" y="14871"/>
                  </a:lnTo>
                  <a:close/>
                </a:path>
                <a:path w="5909310" h="20954">
                  <a:moveTo>
                    <a:pt x="1309141" y="15036"/>
                  </a:moveTo>
                  <a:lnTo>
                    <a:pt x="1309103" y="5854"/>
                  </a:lnTo>
                  <a:lnTo>
                    <a:pt x="1305369" y="2146"/>
                  </a:lnTo>
                  <a:lnTo>
                    <a:pt x="1254417" y="2336"/>
                  </a:lnTo>
                  <a:lnTo>
                    <a:pt x="1250784" y="5956"/>
                  </a:lnTo>
                  <a:lnTo>
                    <a:pt x="1250746" y="14947"/>
                  </a:lnTo>
                  <a:lnTo>
                    <a:pt x="1254391" y="18618"/>
                  </a:lnTo>
                  <a:lnTo>
                    <a:pt x="1300784" y="18783"/>
                  </a:lnTo>
                  <a:lnTo>
                    <a:pt x="1305433" y="18770"/>
                  </a:lnTo>
                  <a:lnTo>
                    <a:pt x="1309141" y="15036"/>
                  </a:lnTo>
                  <a:close/>
                </a:path>
                <a:path w="5909310" h="20954">
                  <a:moveTo>
                    <a:pt x="1393202" y="15201"/>
                  </a:moveTo>
                  <a:lnTo>
                    <a:pt x="1393177" y="5676"/>
                  </a:lnTo>
                  <a:lnTo>
                    <a:pt x="1389303" y="1841"/>
                  </a:lnTo>
                  <a:lnTo>
                    <a:pt x="1338021" y="2032"/>
                  </a:lnTo>
                  <a:lnTo>
                    <a:pt x="1334249" y="5791"/>
                  </a:lnTo>
                  <a:lnTo>
                    <a:pt x="1334211" y="15113"/>
                  </a:lnTo>
                  <a:lnTo>
                    <a:pt x="1337995" y="18910"/>
                  </a:lnTo>
                  <a:lnTo>
                    <a:pt x="1384554" y="19088"/>
                  </a:lnTo>
                  <a:lnTo>
                    <a:pt x="1389367" y="19062"/>
                  </a:lnTo>
                  <a:lnTo>
                    <a:pt x="1393202" y="15201"/>
                  </a:lnTo>
                  <a:close/>
                </a:path>
                <a:path w="5909310" h="20954">
                  <a:moveTo>
                    <a:pt x="1477200" y="15341"/>
                  </a:moveTo>
                  <a:lnTo>
                    <a:pt x="1477187" y="5562"/>
                  </a:lnTo>
                  <a:lnTo>
                    <a:pt x="1473200" y="1600"/>
                  </a:lnTo>
                  <a:lnTo>
                    <a:pt x="1421599" y="1701"/>
                  </a:lnTo>
                  <a:lnTo>
                    <a:pt x="1417701" y="5613"/>
                  </a:lnTo>
                  <a:lnTo>
                    <a:pt x="1417675" y="15290"/>
                  </a:lnTo>
                  <a:lnTo>
                    <a:pt x="1421599" y="19227"/>
                  </a:lnTo>
                  <a:lnTo>
                    <a:pt x="1468361" y="19329"/>
                  </a:lnTo>
                  <a:lnTo>
                    <a:pt x="1473250" y="19316"/>
                  </a:lnTo>
                  <a:lnTo>
                    <a:pt x="1477200" y="15341"/>
                  </a:lnTo>
                  <a:close/>
                </a:path>
                <a:path w="5909310" h="20954">
                  <a:moveTo>
                    <a:pt x="1561058" y="15405"/>
                  </a:moveTo>
                  <a:lnTo>
                    <a:pt x="1561045" y="5511"/>
                  </a:lnTo>
                  <a:lnTo>
                    <a:pt x="1557032" y="1511"/>
                  </a:lnTo>
                  <a:lnTo>
                    <a:pt x="1505280" y="1562"/>
                  </a:lnTo>
                  <a:lnTo>
                    <a:pt x="1501305" y="5537"/>
                  </a:lnTo>
                  <a:lnTo>
                    <a:pt x="1501292" y="15379"/>
                  </a:lnTo>
                  <a:lnTo>
                    <a:pt x="1505280" y="19380"/>
                  </a:lnTo>
                  <a:lnTo>
                    <a:pt x="1552105" y="19431"/>
                  </a:lnTo>
                  <a:lnTo>
                    <a:pt x="1557058" y="19431"/>
                  </a:lnTo>
                  <a:lnTo>
                    <a:pt x="1561058" y="15405"/>
                  </a:lnTo>
                  <a:close/>
                </a:path>
                <a:path w="5909310" h="20954">
                  <a:moveTo>
                    <a:pt x="1644929" y="15468"/>
                  </a:moveTo>
                  <a:lnTo>
                    <a:pt x="1644916" y="5461"/>
                  </a:lnTo>
                  <a:lnTo>
                    <a:pt x="1640852" y="1409"/>
                  </a:lnTo>
                  <a:lnTo>
                    <a:pt x="1588998" y="1460"/>
                  </a:lnTo>
                  <a:lnTo>
                    <a:pt x="1584972" y="5473"/>
                  </a:lnTo>
                  <a:lnTo>
                    <a:pt x="1584960" y="15430"/>
                  </a:lnTo>
                  <a:lnTo>
                    <a:pt x="1588998" y="19481"/>
                  </a:lnTo>
                  <a:lnTo>
                    <a:pt x="1635874" y="19532"/>
                  </a:lnTo>
                  <a:lnTo>
                    <a:pt x="1640878" y="19532"/>
                  </a:lnTo>
                  <a:lnTo>
                    <a:pt x="1644929" y="15468"/>
                  </a:lnTo>
                  <a:close/>
                </a:path>
                <a:path w="5909310" h="20954">
                  <a:moveTo>
                    <a:pt x="1728787" y="15519"/>
                  </a:moveTo>
                  <a:lnTo>
                    <a:pt x="1728774" y="5397"/>
                  </a:lnTo>
                  <a:lnTo>
                    <a:pt x="1724672" y="1308"/>
                  </a:lnTo>
                  <a:lnTo>
                    <a:pt x="1672691" y="1358"/>
                  </a:lnTo>
                  <a:lnTo>
                    <a:pt x="1668640" y="5435"/>
                  </a:lnTo>
                  <a:lnTo>
                    <a:pt x="1668627" y="15494"/>
                  </a:lnTo>
                  <a:lnTo>
                    <a:pt x="1672691" y="19583"/>
                  </a:lnTo>
                  <a:lnTo>
                    <a:pt x="1719643" y="19634"/>
                  </a:lnTo>
                  <a:lnTo>
                    <a:pt x="1724698" y="19634"/>
                  </a:lnTo>
                  <a:lnTo>
                    <a:pt x="1728787" y="15519"/>
                  </a:lnTo>
                  <a:close/>
                </a:path>
                <a:path w="5909310" h="20954">
                  <a:moveTo>
                    <a:pt x="1812658" y="15570"/>
                  </a:moveTo>
                  <a:lnTo>
                    <a:pt x="1812645" y="5346"/>
                  </a:lnTo>
                  <a:lnTo>
                    <a:pt x="1808492" y="1206"/>
                  </a:lnTo>
                  <a:lnTo>
                    <a:pt x="1756410" y="1257"/>
                  </a:lnTo>
                  <a:lnTo>
                    <a:pt x="1752307" y="5372"/>
                  </a:lnTo>
                  <a:lnTo>
                    <a:pt x="1752295" y="15544"/>
                  </a:lnTo>
                  <a:lnTo>
                    <a:pt x="1756410" y="19672"/>
                  </a:lnTo>
                  <a:lnTo>
                    <a:pt x="1803400" y="19735"/>
                  </a:lnTo>
                  <a:lnTo>
                    <a:pt x="1808518" y="19735"/>
                  </a:lnTo>
                  <a:lnTo>
                    <a:pt x="1812658" y="15570"/>
                  </a:lnTo>
                  <a:close/>
                </a:path>
                <a:path w="5909310" h="20954">
                  <a:moveTo>
                    <a:pt x="1896529" y="15633"/>
                  </a:moveTo>
                  <a:lnTo>
                    <a:pt x="1896516" y="5295"/>
                  </a:lnTo>
                  <a:lnTo>
                    <a:pt x="1892325" y="1104"/>
                  </a:lnTo>
                  <a:lnTo>
                    <a:pt x="1840128" y="1155"/>
                  </a:lnTo>
                  <a:lnTo>
                    <a:pt x="1835975" y="5321"/>
                  </a:lnTo>
                  <a:lnTo>
                    <a:pt x="1835962" y="15595"/>
                  </a:lnTo>
                  <a:lnTo>
                    <a:pt x="1840128" y="19773"/>
                  </a:lnTo>
                  <a:lnTo>
                    <a:pt x="1887169" y="19824"/>
                  </a:lnTo>
                  <a:lnTo>
                    <a:pt x="1892350" y="19824"/>
                  </a:lnTo>
                  <a:lnTo>
                    <a:pt x="1896529" y="15633"/>
                  </a:lnTo>
                  <a:close/>
                </a:path>
                <a:path w="5909310" h="20954">
                  <a:moveTo>
                    <a:pt x="1980399" y="15684"/>
                  </a:moveTo>
                  <a:lnTo>
                    <a:pt x="1980387" y="5245"/>
                  </a:lnTo>
                  <a:lnTo>
                    <a:pt x="1976145" y="1003"/>
                  </a:lnTo>
                  <a:lnTo>
                    <a:pt x="1923846" y="1066"/>
                  </a:lnTo>
                  <a:lnTo>
                    <a:pt x="1919643" y="5257"/>
                  </a:lnTo>
                  <a:lnTo>
                    <a:pt x="1919630" y="15659"/>
                  </a:lnTo>
                  <a:lnTo>
                    <a:pt x="1923846" y="19875"/>
                  </a:lnTo>
                  <a:lnTo>
                    <a:pt x="1970938" y="19926"/>
                  </a:lnTo>
                  <a:lnTo>
                    <a:pt x="1976158" y="19926"/>
                  </a:lnTo>
                  <a:lnTo>
                    <a:pt x="1980399" y="15684"/>
                  </a:lnTo>
                  <a:close/>
                </a:path>
                <a:path w="5909310" h="20954">
                  <a:moveTo>
                    <a:pt x="2064270" y="15735"/>
                  </a:moveTo>
                  <a:lnTo>
                    <a:pt x="2064245" y="5181"/>
                  </a:lnTo>
                  <a:lnTo>
                    <a:pt x="2059965" y="914"/>
                  </a:lnTo>
                  <a:lnTo>
                    <a:pt x="2007539" y="952"/>
                  </a:lnTo>
                  <a:lnTo>
                    <a:pt x="2003310" y="5207"/>
                  </a:lnTo>
                  <a:lnTo>
                    <a:pt x="2003298" y="15709"/>
                  </a:lnTo>
                  <a:lnTo>
                    <a:pt x="2007539" y="19977"/>
                  </a:lnTo>
                  <a:lnTo>
                    <a:pt x="2054707" y="20027"/>
                  </a:lnTo>
                  <a:lnTo>
                    <a:pt x="2059978" y="20027"/>
                  </a:lnTo>
                  <a:lnTo>
                    <a:pt x="2064270" y="15735"/>
                  </a:lnTo>
                  <a:close/>
                </a:path>
                <a:path w="5909310" h="20954">
                  <a:moveTo>
                    <a:pt x="2148128" y="15798"/>
                  </a:moveTo>
                  <a:lnTo>
                    <a:pt x="2148116" y="5118"/>
                  </a:lnTo>
                  <a:lnTo>
                    <a:pt x="2143785" y="812"/>
                  </a:lnTo>
                  <a:lnTo>
                    <a:pt x="2091258" y="850"/>
                  </a:lnTo>
                  <a:lnTo>
                    <a:pt x="2086978" y="5156"/>
                  </a:lnTo>
                  <a:lnTo>
                    <a:pt x="2086965" y="15760"/>
                  </a:lnTo>
                  <a:lnTo>
                    <a:pt x="2091258" y="20078"/>
                  </a:lnTo>
                  <a:lnTo>
                    <a:pt x="2138476" y="20129"/>
                  </a:lnTo>
                  <a:lnTo>
                    <a:pt x="2143810" y="20129"/>
                  </a:lnTo>
                  <a:lnTo>
                    <a:pt x="2148128" y="15798"/>
                  </a:lnTo>
                  <a:close/>
                </a:path>
                <a:path w="5909310" h="20954">
                  <a:moveTo>
                    <a:pt x="2231999" y="15849"/>
                  </a:moveTo>
                  <a:lnTo>
                    <a:pt x="2231974" y="5067"/>
                  </a:lnTo>
                  <a:lnTo>
                    <a:pt x="2227618" y="698"/>
                  </a:lnTo>
                  <a:lnTo>
                    <a:pt x="2174976" y="749"/>
                  </a:lnTo>
                  <a:lnTo>
                    <a:pt x="2170646" y="5092"/>
                  </a:lnTo>
                  <a:lnTo>
                    <a:pt x="2170633" y="15824"/>
                  </a:lnTo>
                  <a:lnTo>
                    <a:pt x="2174976" y="20180"/>
                  </a:lnTo>
                  <a:lnTo>
                    <a:pt x="2222246" y="20231"/>
                  </a:lnTo>
                  <a:lnTo>
                    <a:pt x="2227630" y="20231"/>
                  </a:lnTo>
                  <a:lnTo>
                    <a:pt x="2231999" y="15849"/>
                  </a:lnTo>
                  <a:close/>
                </a:path>
                <a:path w="5909310" h="20954">
                  <a:moveTo>
                    <a:pt x="2315857" y="15900"/>
                  </a:moveTo>
                  <a:lnTo>
                    <a:pt x="2315845" y="5016"/>
                  </a:lnTo>
                  <a:lnTo>
                    <a:pt x="2311425" y="596"/>
                  </a:lnTo>
                  <a:lnTo>
                    <a:pt x="2258695" y="647"/>
                  </a:lnTo>
                  <a:lnTo>
                    <a:pt x="2254313" y="5041"/>
                  </a:lnTo>
                  <a:lnTo>
                    <a:pt x="2254300" y="15875"/>
                  </a:lnTo>
                  <a:lnTo>
                    <a:pt x="2258695" y="20281"/>
                  </a:lnTo>
                  <a:lnTo>
                    <a:pt x="2306002" y="20332"/>
                  </a:lnTo>
                  <a:lnTo>
                    <a:pt x="2311450" y="20332"/>
                  </a:lnTo>
                  <a:lnTo>
                    <a:pt x="2315857" y="15900"/>
                  </a:lnTo>
                  <a:close/>
                </a:path>
                <a:path w="5909310" h="20954">
                  <a:moveTo>
                    <a:pt x="2399728" y="15951"/>
                  </a:moveTo>
                  <a:lnTo>
                    <a:pt x="2399715" y="4965"/>
                  </a:lnTo>
                  <a:lnTo>
                    <a:pt x="2395245" y="508"/>
                  </a:lnTo>
                  <a:lnTo>
                    <a:pt x="2342388" y="558"/>
                  </a:lnTo>
                  <a:lnTo>
                    <a:pt x="2337981" y="4978"/>
                  </a:lnTo>
                  <a:lnTo>
                    <a:pt x="2337968" y="15938"/>
                  </a:lnTo>
                  <a:lnTo>
                    <a:pt x="2342388" y="20370"/>
                  </a:lnTo>
                  <a:lnTo>
                    <a:pt x="2389771" y="20434"/>
                  </a:lnTo>
                  <a:lnTo>
                    <a:pt x="2395270" y="20434"/>
                  </a:lnTo>
                  <a:lnTo>
                    <a:pt x="2399728" y="15951"/>
                  </a:lnTo>
                  <a:close/>
                </a:path>
                <a:path w="5909310" h="20954">
                  <a:moveTo>
                    <a:pt x="2483599" y="16014"/>
                  </a:moveTo>
                  <a:lnTo>
                    <a:pt x="2483586" y="4902"/>
                  </a:lnTo>
                  <a:lnTo>
                    <a:pt x="2479065" y="406"/>
                  </a:lnTo>
                  <a:lnTo>
                    <a:pt x="2426106" y="457"/>
                  </a:lnTo>
                  <a:lnTo>
                    <a:pt x="2421648" y="4927"/>
                  </a:lnTo>
                  <a:lnTo>
                    <a:pt x="2421636" y="15989"/>
                  </a:lnTo>
                  <a:lnTo>
                    <a:pt x="2426106" y="20472"/>
                  </a:lnTo>
                  <a:lnTo>
                    <a:pt x="2473541" y="20523"/>
                  </a:lnTo>
                  <a:lnTo>
                    <a:pt x="2479103" y="20523"/>
                  </a:lnTo>
                  <a:lnTo>
                    <a:pt x="2483599" y="16014"/>
                  </a:lnTo>
                  <a:close/>
                </a:path>
                <a:path w="5909310" h="20954">
                  <a:moveTo>
                    <a:pt x="2567470" y="16078"/>
                  </a:moveTo>
                  <a:lnTo>
                    <a:pt x="2567457" y="4851"/>
                  </a:lnTo>
                  <a:lnTo>
                    <a:pt x="2562898" y="304"/>
                  </a:lnTo>
                  <a:lnTo>
                    <a:pt x="2509824" y="355"/>
                  </a:lnTo>
                  <a:lnTo>
                    <a:pt x="2505316" y="4876"/>
                  </a:lnTo>
                  <a:lnTo>
                    <a:pt x="2505303" y="16040"/>
                  </a:lnTo>
                  <a:lnTo>
                    <a:pt x="2509824" y="20574"/>
                  </a:lnTo>
                  <a:lnTo>
                    <a:pt x="2557310" y="20624"/>
                  </a:lnTo>
                  <a:lnTo>
                    <a:pt x="2562923" y="20624"/>
                  </a:lnTo>
                  <a:lnTo>
                    <a:pt x="2567470" y="16078"/>
                  </a:lnTo>
                  <a:close/>
                </a:path>
                <a:path w="5909310" h="20954">
                  <a:moveTo>
                    <a:pt x="2651328" y="16116"/>
                  </a:moveTo>
                  <a:lnTo>
                    <a:pt x="2651315" y="4787"/>
                  </a:lnTo>
                  <a:lnTo>
                    <a:pt x="2646718" y="203"/>
                  </a:lnTo>
                  <a:lnTo>
                    <a:pt x="2593543" y="254"/>
                  </a:lnTo>
                  <a:lnTo>
                    <a:pt x="2588984" y="4826"/>
                  </a:lnTo>
                  <a:lnTo>
                    <a:pt x="2588971" y="16103"/>
                  </a:lnTo>
                  <a:lnTo>
                    <a:pt x="2593543" y="20675"/>
                  </a:lnTo>
                  <a:lnTo>
                    <a:pt x="2641079" y="20726"/>
                  </a:lnTo>
                  <a:lnTo>
                    <a:pt x="2646743" y="20726"/>
                  </a:lnTo>
                  <a:lnTo>
                    <a:pt x="2651328" y="16116"/>
                  </a:lnTo>
                  <a:close/>
                </a:path>
                <a:path w="5909310" h="20954">
                  <a:moveTo>
                    <a:pt x="2735199" y="16179"/>
                  </a:moveTo>
                  <a:lnTo>
                    <a:pt x="2735186" y="4749"/>
                  </a:lnTo>
                  <a:lnTo>
                    <a:pt x="2730538" y="101"/>
                  </a:lnTo>
                  <a:lnTo>
                    <a:pt x="2677236" y="152"/>
                  </a:lnTo>
                  <a:lnTo>
                    <a:pt x="2672651" y="4762"/>
                  </a:lnTo>
                  <a:lnTo>
                    <a:pt x="2672638" y="16141"/>
                  </a:lnTo>
                  <a:lnTo>
                    <a:pt x="2677236" y="20777"/>
                  </a:lnTo>
                  <a:lnTo>
                    <a:pt x="2724848" y="20828"/>
                  </a:lnTo>
                  <a:lnTo>
                    <a:pt x="2730576" y="20828"/>
                  </a:lnTo>
                  <a:lnTo>
                    <a:pt x="2735199" y="16179"/>
                  </a:lnTo>
                  <a:close/>
                </a:path>
                <a:path w="5909310" h="20954">
                  <a:moveTo>
                    <a:pt x="2819057" y="16230"/>
                  </a:moveTo>
                  <a:lnTo>
                    <a:pt x="2819044" y="4686"/>
                  </a:lnTo>
                  <a:lnTo>
                    <a:pt x="2814370" y="0"/>
                  </a:lnTo>
                  <a:lnTo>
                    <a:pt x="2760954" y="63"/>
                  </a:lnTo>
                  <a:lnTo>
                    <a:pt x="2756319" y="4711"/>
                  </a:lnTo>
                  <a:lnTo>
                    <a:pt x="2756306" y="16205"/>
                  </a:lnTo>
                  <a:lnTo>
                    <a:pt x="2760954" y="20878"/>
                  </a:lnTo>
                  <a:lnTo>
                    <a:pt x="2808605" y="20929"/>
                  </a:lnTo>
                  <a:lnTo>
                    <a:pt x="2814396" y="20929"/>
                  </a:lnTo>
                  <a:lnTo>
                    <a:pt x="2819057" y="16230"/>
                  </a:lnTo>
                  <a:close/>
                </a:path>
                <a:path w="5909310" h="20954">
                  <a:moveTo>
                    <a:pt x="2902737" y="4737"/>
                  </a:moveTo>
                  <a:lnTo>
                    <a:pt x="2898089" y="88"/>
                  </a:lnTo>
                  <a:lnTo>
                    <a:pt x="2844685" y="38"/>
                  </a:lnTo>
                  <a:lnTo>
                    <a:pt x="2840024" y="4724"/>
                  </a:lnTo>
                  <a:lnTo>
                    <a:pt x="2840037" y="16256"/>
                  </a:lnTo>
                  <a:lnTo>
                    <a:pt x="2844711" y="20904"/>
                  </a:lnTo>
                  <a:lnTo>
                    <a:pt x="2892361" y="20853"/>
                  </a:lnTo>
                  <a:lnTo>
                    <a:pt x="2898089" y="20866"/>
                  </a:lnTo>
                  <a:lnTo>
                    <a:pt x="2902724" y="16217"/>
                  </a:lnTo>
                  <a:lnTo>
                    <a:pt x="2902737" y="4737"/>
                  </a:lnTo>
                  <a:close/>
                </a:path>
                <a:path w="5909310" h="20954">
                  <a:moveTo>
                    <a:pt x="2986405" y="4800"/>
                  </a:moveTo>
                  <a:lnTo>
                    <a:pt x="2981807" y="190"/>
                  </a:lnTo>
                  <a:lnTo>
                    <a:pt x="2928505" y="139"/>
                  </a:lnTo>
                  <a:lnTo>
                    <a:pt x="2923883" y="4775"/>
                  </a:lnTo>
                  <a:lnTo>
                    <a:pt x="2923895" y="16192"/>
                  </a:lnTo>
                  <a:lnTo>
                    <a:pt x="2928531" y="20815"/>
                  </a:lnTo>
                  <a:lnTo>
                    <a:pt x="2976118" y="20751"/>
                  </a:lnTo>
                  <a:lnTo>
                    <a:pt x="2981807" y="20764"/>
                  </a:lnTo>
                  <a:lnTo>
                    <a:pt x="2986392" y="16167"/>
                  </a:lnTo>
                  <a:lnTo>
                    <a:pt x="2986405" y="4800"/>
                  </a:lnTo>
                  <a:close/>
                </a:path>
                <a:path w="5909310" h="20954">
                  <a:moveTo>
                    <a:pt x="3070072" y="4864"/>
                  </a:moveTo>
                  <a:lnTo>
                    <a:pt x="3065513" y="292"/>
                  </a:lnTo>
                  <a:lnTo>
                    <a:pt x="3012325" y="241"/>
                  </a:lnTo>
                  <a:lnTo>
                    <a:pt x="3007741" y="4826"/>
                  </a:lnTo>
                  <a:lnTo>
                    <a:pt x="3007766" y="16129"/>
                  </a:lnTo>
                  <a:lnTo>
                    <a:pt x="3012351" y="20713"/>
                  </a:lnTo>
                  <a:lnTo>
                    <a:pt x="3059887" y="20662"/>
                  </a:lnTo>
                  <a:lnTo>
                    <a:pt x="3065513" y="20662"/>
                  </a:lnTo>
                  <a:lnTo>
                    <a:pt x="3070060" y="16116"/>
                  </a:lnTo>
                  <a:lnTo>
                    <a:pt x="3070072" y="4864"/>
                  </a:lnTo>
                  <a:close/>
                </a:path>
                <a:path w="5909310" h="20954">
                  <a:moveTo>
                    <a:pt x="3153740" y="4902"/>
                  </a:moveTo>
                  <a:lnTo>
                    <a:pt x="3149231" y="381"/>
                  </a:lnTo>
                  <a:lnTo>
                    <a:pt x="3096145" y="342"/>
                  </a:lnTo>
                  <a:lnTo>
                    <a:pt x="3091611" y="4889"/>
                  </a:lnTo>
                  <a:lnTo>
                    <a:pt x="3091624" y="16078"/>
                  </a:lnTo>
                  <a:lnTo>
                    <a:pt x="3096171" y="20612"/>
                  </a:lnTo>
                  <a:lnTo>
                    <a:pt x="3143656" y="20561"/>
                  </a:lnTo>
                  <a:lnTo>
                    <a:pt x="3149231" y="20561"/>
                  </a:lnTo>
                  <a:lnTo>
                    <a:pt x="3153727" y="16052"/>
                  </a:lnTo>
                  <a:lnTo>
                    <a:pt x="3153740" y="4902"/>
                  </a:lnTo>
                  <a:close/>
                </a:path>
                <a:path w="5909310" h="20954">
                  <a:moveTo>
                    <a:pt x="3237407" y="4965"/>
                  </a:moveTo>
                  <a:lnTo>
                    <a:pt x="3232937" y="495"/>
                  </a:lnTo>
                  <a:lnTo>
                    <a:pt x="3179965" y="444"/>
                  </a:lnTo>
                  <a:lnTo>
                    <a:pt x="3175482" y="4940"/>
                  </a:lnTo>
                  <a:lnTo>
                    <a:pt x="3175495" y="16027"/>
                  </a:lnTo>
                  <a:lnTo>
                    <a:pt x="3179991" y="20510"/>
                  </a:lnTo>
                  <a:lnTo>
                    <a:pt x="3227425" y="20459"/>
                  </a:lnTo>
                  <a:lnTo>
                    <a:pt x="3232937" y="20459"/>
                  </a:lnTo>
                  <a:lnTo>
                    <a:pt x="3237395" y="16002"/>
                  </a:lnTo>
                  <a:lnTo>
                    <a:pt x="3237407" y="4965"/>
                  </a:lnTo>
                  <a:close/>
                </a:path>
                <a:path w="5909310" h="20954">
                  <a:moveTo>
                    <a:pt x="3321075" y="5016"/>
                  </a:moveTo>
                  <a:lnTo>
                    <a:pt x="3316655" y="584"/>
                  </a:lnTo>
                  <a:lnTo>
                    <a:pt x="3263785" y="546"/>
                  </a:lnTo>
                  <a:lnTo>
                    <a:pt x="3259353" y="4991"/>
                  </a:lnTo>
                  <a:lnTo>
                    <a:pt x="3259366" y="15976"/>
                  </a:lnTo>
                  <a:lnTo>
                    <a:pt x="3263823" y="20408"/>
                  </a:lnTo>
                  <a:lnTo>
                    <a:pt x="3311194" y="20358"/>
                  </a:lnTo>
                  <a:lnTo>
                    <a:pt x="3316655" y="20370"/>
                  </a:lnTo>
                  <a:lnTo>
                    <a:pt x="3321062" y="15938"/>
                  </a:lnTo>
                  <a:lnTo>
                    <a:pt x="3321075" y="5016"/>
                  </a:lnTo>
                  <a:close/>
                </a:path>
                <a:path w="5909310" h="20954">
                  <a:moveTo>
                    <a:pt x="3404743" y="5080"/>
                  </a:moveTo>
                  <a:lnTo>
                    <a:pt x="3400361" y="685"/>
                  </a:lnTo>
                  <a:lnTo>
                    <a:pt x="3347618" y="635"/>
                  </a:lnTo>
                  <a:lnTo>
                    <a:pt x="3343211" y="5041"/>
                  </a:lnTo>
                  <a:lnTo>
                    <a:pt x="3343237" y="15913"/>
                  </a:lnTo>
                  <a:lnTo>
                    <a:pt x="3347643" y="20320"/>
                  </a:lnTo>
                  <a:lnTo>
                    <a:pt x="3394964" y="20256"/>
                  </a:lnTo>
                  <a:lnTo>
                    <a:pt x="3400361" y="20269"/>
                  </a:lnTo>
                  <a:lnTo>
                    <a:pt x="3404730" y="15900"/>
                  </a:lnTo>
                  <a:lnTo>
                    <a:pt x="3404743" y="5080"/>
                  </a:lnTo>
                  <a:close/>
                </a:path>
                <a:path w="5909310" h="20954">
                  <a:moveTo>
                    <a:pt x="3488410" y="5130"/>
                  </a:moveTo>
                  <a:lnTo>
                    <a:pt x="3484080" y="787"/>
                  </a:lnTo>
                  <a:lnTo>
                    <a:pt x="3431438" y="736"/>
                  </a:lnTo>
                  <a:lnTo>
                    <a:pt x="3427082" y="5105"/>
                  </a:lnTo>
                  <a:lnTo>
                    <a:pt x="3427095" y="15862"/>
                  </a:lnTo>
                  <a:lnTo>
                    <a:pt x="3431463" y="20218"/>
                  </a:lnTo>
                  <a:lnTo>
                    <a:pt x="3478720" y="20167"/>
                  </a:lnTo>
                  <a:lnTo>
                    <a:pt x="3484080" y="20167"/>
                  </a:lnTo>
                  <a:lnTo>
                    <a:pt x="3488398" y="15836"/>
                  </a:lnTo>
                  <a:lnTo>
                    <a:pt x="3488410" y="5130"/>
                  </a:lnTo>
                  <a:close/>
                </a:path>
                <a:path w="5909310" h="20954">
                  <a:moveTo>
                    <a:pt x="3572078" y="5181"/>
                  </a:moveTo>
                  <a:lnTo>
                    <a:pt x="3567785" y="876"/>
                  </a:lnTo>
                  <a:lnTo>
                    <a:pt x="3515258" y="825"/>
                  </a:lnTo>
                  <a:lnTo>
                    <a:pt x="3510940" y="5156"/>
                  </a:lnTo>
                  <a:lnTo>
                    <a:pt x="3510965" y="15811"/>
                  </a:lnTo>
                  <a:lnTo>
                    <a:pt x="3515283" y="20116"/>
                  </a:lnTo>
                  <a:lnTo>
                    <a:pt x="3562489" y="20066"/>
                  </a:lnTo>
                  <a:lnTo>
                    <a:pt x="3567785" y="20066"/>
                  </a:lnTo>
                  <a:lnTo>
                    <a:pt x="3572078" y="15786"/>
                  </a:lnTo>
                  <a:lnTo>
                    <a:pt x="3572078" y="5181"/>
                  </a:lnTo>
                  <a:close/>
                </a:path>
                <a:path w="5909310" h="20954">
                  <a:moveTo>
                    <a:pt x="3655745" y="5245"/>
                  </a:moveTo>
                  <a:lnTo>
                    <a:pt x="3651504" y="977"/>
                  </a:lnTo>
                  <a:lnTo>
                    <a:pt x="3599078" y="927"/>
                  </a:lnTo>
                  <a:lnTo>
                    <a:pt x="3594811" y="5207"/>
                  </a:lnTo>
                  <a:lnTo>
                    <a:pt x="3594824" y="15760"/>
                  </a:lnTo>
                  <a:lnTo>
                    <a:pt x="3599103" y="20015"/>
                  </a:lnTo>
                  <a:lnTo>
                    <a:pt x="3646259" y="19964"/>
                  </a:lnTo>
                  <a:lnTo>
                    <a:pt x="3651504" y="19977"/>
                  </a:lnTo>
                  <a:lnTo>
                    <a:pt x="3655733" y="15722"/>
                  </a:lnTo>
                  <a:lnTo>
                    <a:pt x="3655745" y="5245"/>
                  </a:lnTo>
                  <a:close/>
                </a:path>
                <a:path w="5909310" h="20954">
                  <a:moveTo>
                    <a:pt x="3739413" y="5295"/>
                  </a:moveTo>
                  <a:lnTo>
                    <a:pt x="3735222" y="1079"/>
                  </a:lnTo>
                  <a:lnTo>
                    <a:pt x="3682911" y="1028"/>
                  </a:lnTo>
                  <a:lnTo>
                    <a:pt x="3678682" y="5270"/>
                  </a:lnTo>
                  <a:lnTo>
                    <a:pt x="3678682" y="15697"/>
                  </a:lnTo>
                  <a:lnTo>
                    <a:pt x="3682923" y="19913"/>
                  </a:lnTo>
                  <a:lnTo>
                    <a:pt x="3730028" y="19862"/>
                  </a:lnTo>
                  <a:lnTo>
                    <a:pt x="3735222" y="19875"/>
                  </a:lnTo>
                  <a:lnTo>
                    <a:pt x="3739413" y="15671"/>
                  </a:lnTo>
                  <a:lnTo>
                    <a:pt x="3739413" y="5295"/>
                  </a:lnTo>
                  <a:close/>
                </a:path>
                <a:path w="5909310" h="20954">
                  <a:moveTo>
                    <a:pt x="3823081" y="5346"/>
                  </a:moveTo>
                  <a:lnTo>
                    <a:pt x="3818928" y="1181"/>
                  </a:lnTo>
                  <a:lnTo>
                    <a:pt x="3766731" y="1130"/>
                  </a:lnTo>
                  <a:lnTo>
                    <a:pt x="3762552" y="5321"/>
                  </a:lnTo>
                  <a:lnTo>
                    <a:pt x="3762565" y="15646"/>
                  </a:lnTo>
                  <a:lnTo>
                    <a:pt x="3766743" y="19824"/>
                  </a:lnTo>
                  <a:lnTo>
                    <a:pt x="3813797" y="19773"/>
                  </a:lnTo>
                  <a:lnTo>
                    <a:pt x="3818928" y="19773"/>
                  </a:lnTo>
                  <a:lnTo>
                    <a:pt x="3823068" y="15621"/>
                  </a:lnTo>
                  <a:lnTo>
                    <a:pt x="3823081" y="5346"/>
                  </a:lnTo>
                  <a:close/>
                </a:path>
                <a:path w="5909310" h="20954">
                  <a:moveTo>
                    <a:pt x="3906748" y="5397"/>
                  </a:moveTo>
                  <a:lnTo>
                    <a:pt x="3902633" y="1282"/>
                  </a:lnTo>
                  <a:lnTo>
                    <a:pt x="3850551" y="1231"/>
                  </a:lnTo>
                  <a:lnTo>
                    <a:pt x="3846411" y="5372"/>
                  </a:lnTo>
                  <a:lnTo>
                    <a:pt x="3846423" y="15582"/>
                  </a:lnTo>
                  <a:lnTo>
                    <a:pt x="3850563" y="19723"/>
                  </a:lnTo>
                  <a:lnTo>
                    <a:pt x="3897566" y="19672"/>
                  </a:lnTo>
                  <a:lnTo>
                    <a:pt x="3902633" y="19672"/>
                  </a:lnTo>
                  <a:lnTo>
                    <a:pt x="3906748" y="15570"/>
                  </a:lnTo>
                  <a:lnTo>
                    <a:pt x="3906748" y="5397"/>
                  </a:lnTo>
                  <a:close/>
                </a:path>
                <a:path w="5909310" h="20954">
                  <a:moveTo>
                    <a:pt x="3990416" y="5461"/>
                  </a:moveTo>
                  <a:lnTo>
                    <a:pt x="3986352" y="1384"/>
                  </a:lnTo>
                  <a:lnTo>
                    <a:pt x="3934371" y="1333"/>
                  </a:lnTo>
                  <a:lnTo>
                    <a:pt x="3930281" y="5435"/>
                  </a:lnTo>
                  <a:lnTo>
                    <a:pt x="3930294" y="15532"/>
                  </a:lnTo>
                  <a:lnTo>
                    <a:pt x="3934396" y="19621"/>
                  </a:lnTo>
                  <a:lnTo>
                    <a:pt x="3981323" y="19570"/>
                  </a:lnTo>
                  <a:lnTo>
                    <a:pt x="3986352" y="19570"/>
                  </a:lnTo>
                  <a:lnTo>
                    <a:pt x="3990403" y="15506"/>
                  </a:lnTo>
                  <a:lnTo>
                    <a:pt x="3990416" y="5461"/>
                  </a:lnTo>
                  <a:close/>
                </a:path>
                <a:path w="5909310" h="20954">
                  <a:moveTo>
                    <a:pt x="4074083" y="5511"/>
                  </a:moveTo>
                  <a:lnTo>
                    <a:pt x="4070070" y="1485"/>
                  </a:lnTo>
                  <a:lnTo>
                    <a:pt x="4018191" y="1422"/>
                  </a:lnTo>
                  <a:lnTo>
                    <a:pt x="4014139" y="5473"/>
                  </a:lnTo>
                  <a:lnTo>
                    <a:pt x="4014152" y="15481"/>
                  </a:lnTo>
                  <a:lnTo>
                    <a:pt x="4018216" y="19519"/>
                  </a:lnTo>
                  <a:lnTo>
                    <a:pt x="4065092" y="19469"/>
                  </a:lnTo>
                  <a:lnTo>
                    <a:pt x="4070070" y="19481"/>
                  </a:lnTo>
                  <a:lnTo>
                    <a:pt x="4074083" y="15443"/>
                  </a:lnTo>
                  <a:lnTo>
                    <a:pt x="4074083" y="5511"/>
                  </a:lnTo>
                  <a:close/>
                </a:path>
                <a:path w="5909310" h="20954">
                  <a:moveTo>
                    <a:pt x="4157764" y="5562"/>
                  </a:moveTo>
                  <a:lnTo>
                    <a:pt x="4153776" y="1587"/>
                  </a:lnTo>
                  <a:lnTo>
                    <a:pt x="4102011" y="1536"/>
                  </a:lnTo>
                  <a:lnTo>
                    <a:pt x="4098010" y="5537"/>
                  </a:lnTo>
                  <a:lnTo>
                    <a:pt x="4098023" y="15430"/>
                  </a:lnTo>
                  <a:lnTo>
                    <a:pt x="4102036" y="19431"/>
                  </a:lnTo>
                  <a:lnTo>
                    <a:pt x="4148861" y="19367"/>
                  </a:lnTo>
                  <a:lnTo>
                    <a:pt x="4153776" y="19367"/>
                  </a:lnTo>
                  <a:lnTo>
                    <a:pt x="4157738" y="15392"/>
                  </a:lnTo>
                  <a:lnTo>
                    <a:pt x="4157764" y="5562"/>
                  </a:lnTo>
                  <a:close/>
                </a:path>
                <a:path w="5909310" h="20954">
                  <a:moveTo>
                    <a:pt x="4241355" y="5676"/>
                  </a:moveTo>
                  <a:lnTo>
                    <a:pt x="4237456" y="1752"/>
                  </a:lnTo>
                  <a:lnTo>
                    <a:pt x="4185805" y="1638"/>
                  </a:lnTo>
                  <a:lnTo>
                    <a:pt x="4181856" y="5613"/>
                  </a:lnTo>
                  <a:lnTo>
                    <a:pt x="4181881" y="15379"/>
                  </a:lnTo>
                  <a:lnTo>
                    <a:pt x="4185856" y="19342"/>
                  </a:lnTo>
                  <a:lnTo>
                    <a:pt x="4232630" y="19202"/>
                  </a:lnTo>
                  <a:lnTo>
                    <a:pt x="4237431" y="19189"/>
                  </a:lnTo>
                  <a:lnTo>
                    <a:pt x="4241317" y="15303"/>
                  </a:lnTo>
                  <a:lnTo>
                    <a:pt x="4241355" y="5676"/>
                  </a:lnTo>
                  <a:close/>
                </a:path>
                <a:path w="5909310" h="20954">
                  <a:moveTo>
                    <a:pt x="4324820" y="5842"/>
                  </a:moveTo>
                  <a:lnTo>
                    <a:pt x="4321060" y="2057"/>
                  </a:lnTo>
                  <a:lnTo>
                    <a:pt x="4269702" y="1905"/>
                  </a:lnTo>
                  <a:lnTo>
                    <a:pt x="4265879" y="5765"/>
                  </a:lnTo>
                  <a:lnTo>
                    <a:pt x="4265917" y="15240"/>
                  </a:lnTo>
                  <a:lnTo>
                    <a:pt x="4269765" y="19075"/>
                  </a:lnTo>
                  <a:lnTo>
                    <a:pt x="4316400" y="18910"/>
                  </a:lnTo>
                  <a:lnTo>
                    <a:pt x="4321022" y="18884"/>
                  </a:lnTo>
                  <a:lnTo>
                    <a:pt x="4324782" y="15138"/>
                  </a:lnTo>
                  <a:lnTo>
                    <a:pt x="4324820" y="5842"/>
                  </a:lnTo>
                  <a:close/>
                </a:path>
                <a:path w="5909310" h="20954">
                  <a:moveTo>
                    <a:pt x="4408284" y="6007"/>
                  </a:moveTo>
                  <a:lnTo>
                    <a:pt x="4404652" y="2349"/>
                  </a:lnTo>
                  <a:lnTo>
                    <a:pt x="4353636" y="2209"/>
                  </a:lnTo>
                  <a:lnTo>
                    <a:pt x="4349940" y="5930"/>
                  </a:lnTo>
                  <a:lnTo>
                    <a:pt x="4349991" y="15074"/>
                  </a:lnTo>
                  <a:lnTo>
                    <a:pt x="4353699" y="18770"/>
                  </a:lnTo>
                  <a:lnTo>
                    <a:pt x="4400169" y="18605"/>
                  </a:lnTo>
                  <a:lnTo>
                    <a:pt x="4404626" y="18580"/>
                  </a:lnTo>
                  <a:lnTo>
                    <a:pt x="4408259" y="14973"/>
                  </a:lnTo>
                  <a:lnTo>
                    <a:pt x="4408284" y="6007"/>
                  </a:lnTo>
                  <a:close/>
                </a:path>
                <a:path w="5909310" h="20954">
                  <a:moveTo>
                    <a:pt x="4491748" y="6172"/>
                  </a:moveTo>
                  <a:lnTo>
                    <a:pt x="4488256" y="2654"/>
                  </a:lnTo>
                  <a:lnTo>
                    <a:pt x="4437570" y="2501"/>
                  </a:lnTo>
                  <a:lnTo>
                    <a:pt x="4434014" y="6083"/>
                  </a:lnTo>
                  <a:lnTo>
                    <a:pt x="4434052" y="14909"/>
                  </a:lnTo>
                  <a:lnTo>
                    <a:pt x="4437634" y="18478"/>
                  </a:lnTo>
                  <a:lnTo>
                    <a:pt x="4483925" y="18300"/>
                  </a:lnTo>
                  <a:lnTo>
                    <a:pt x="4488231" y="18288"/>
                  </a:lnTo>
                  <a:lnTo>
                    <a:pt x="4491723" y="14808"/>
                  </a:lnTo>
                  <a:lnTo>
                    <a:pt x="4491748" y="6172"/>
                  </a:lnTo>
                  <a:close/>
                </a:path>
                <a:path w="5909310" h="20954">
                  <a:moveTo>
                    <a:pt x="4575213" y="6337"/>
                  </a:moveTo>
                  <a:lnTo>
                    <a:pt x="4571860" y="2946"/>
                  </a:lnTo>
                  <a:lnTo>
                    <a:pt x="4521505" y="2806"/>
                  </a:lnTo>
                  <a:lnTo>
                    <a:pt x="4518088" y="6248"/>
                  </a:lnTo>
                  <a:lnTo>
                    <a:pt x="4518114" y="14744"/>
                  </a:lnTo>
                  <a:lnTo>
                    <a:pt x="4521568" y="18173"/>
                  </a:lnTo>
                  <a:lnTo>
                    <a:pt x="4567694" y="18008"/>
                  </a:lnTo>
                  <a:lnTo>
                    <a:pt x="4571835" y="17983"/>
                  </a:lnTo>
                  <a:lnTo>
                    <a:pt x="4575200" y="14630"/>
                  </a:lnTo>
                  <a:lnTo>
                    <a:pt x="4575213" y="6337"/>
                  </a:lnTo>
                  <a:close/>
                </a:path>
                <a:path w="5909310" h="20954">
                  <a:moveTo>
                    <a:pt x="4658690" y="6502"/>
                  </a:moveTo>
                  <a:lnTo>
                    <a:pt x="4655464" y="3251"/>
                  </a:lnTo>
                  <a:lnTo>
                    <a:pt x="4605439" y="3098"/>
                  </a:lnTo>
                  <a:lnTo>
                    <a:pt x="4602162" y="6413"/>
                  </a:lnTo>
                  <a:lnTo>
                    <a:pt x="4602188" y="14579"/>
                  </a:lnTo>
                  <a:lnTo>
                    <a:pt x="4605502" y="17868"/>
                  </a:lnTo>
                  <a:lnTo>
                    <a:pt x="4651464" y="17703"/>
                  </a:lnTo>
                  <a:lnTo>
                    <a:pt x="4655439" y="17691"/>
                  </a:lnTo>
                  <a:lnTo>
                    <a:pt x="4658652" y="14465"/>
                  </a:lnTo>
                  <a:lnTo>
                    <a:pt x="4658690" y="6502"/>
                  </a:lnTo>
                  <a:close/>
                </a:path>
                <a:path w="5909310" h="20954">
                  <a:moveTo>
                    <a:pt x="4742154" y="6667"/>
                  </a:moveTo>
                  <a:lnTo>
                    <a:pt x="4739068" y="3556"/>
                  </a:lnTo>
                  <a:lnTo>
                    <a:pt x="4689386" y="3390"/>
                  </a:lnTo>
                  <a:lnTo>
                    <a:pt x="4686224" y="6578"/>
                  </a:lnTo>
                  <a:lnTo>
                    <a:pt x="4686249" y="14414"/>
                  </a:lnTo>
                  <a:lnTo>
                    <a:pt x="4689437" y="17576"/>
                  </a:lnTo>
                  <a:lnTo>
                    <a:pt x="4735233" y="17411"/>
                  </a:lnTo>
                  <a:lnTo>
                    <a:pt x="4739043" y="17399"/>
                  </a:lnTo>
                  <a:lnTo>
                    <a:pt x="4742129" y="14312"/>
                  </a:lnTo>
                  <a:lnTo>
                    <a:pt x="4742154" y="6667"/>
                  </a:lnTo>
                  <a:close/>
                </a:path>
                <a:path w="5909310" h="20954">
                  <a:moveTo>
                    <a:pt x="4825631" y="6819"/>
                  </a:moveTo>
                  <a:lnTo>
                    <a:pt x="4822660" y="3848"/>
                  </a:lnTo>
                  <a:lnTo>
                    <a:pt x="4773320" y="3695"/>
                  </a:lnTo>
                  <a:lnTo>
                    <a:pt x="4770285" y="6743"/>
                  </a:lnTo>
                  <a:lnTo>
                    <a:pt x="4770323" y="14249"/>
                  </a:lnTo>
                  <a:lnTo>
                    <a:pt x="4773371" y="17272"/>
                  </a:lnTo>
                  <a:lnTo>
                    <a:pt x="4819002" y="17106"/>
                  </a:lnTo>
                  <a:lnTo>
                    <a:pt x="4822647" y="17094"/>
                  </a:lnTo>
                  <a:lnTo>
                    <a:pt x="4825593" y="14147"/>
                  </a:lnTo>
                  <a:lnTo>
                    <a:pt x="4825631" y="6819"/>
                  </a:lnTo>
                  <a:close/>
                </a:path>
                <a:path w="5909310" h="20954">
                  <a:moveTo>
                    <a:pt x="4909096" y="6997"/>
                  </a:moveTo>
                  <a:lnTo>
                    <a:pt x="4906264" y="4152"/>
                  </a:lnTo>
                  <a:lnTo>
                    <a:pt x="4857254" y="3987"/>
                  </a:lnTo>
                  <a:lnTo>
                    <a:pt x="4854359" y="6908"/>
                  </a:lnTo>
                  <a:lnTo>
                    <a:pt x="4854384" y="14071"/>
                  </a:lnTo>
                  <a:lnTo>
                    <a:pt x="4857305" y="16979"/>
                  </a:lnTo>
                  <a:lnTo>
                    <a:pt x="4902771" y="16802"/>
                  </a:lnTo>
                  <a:lnTo>
                    <a:pt x="4906238" y="16802"/>
                  </a:lnTo>
                  <a:lnTo>
                    <a:pt x="4909070" y="13982"/>
                  </a:lnTo>
                  <a:lnTo>
                    <a:pt x="4909096" y="6997"/>
                  </a:lnTo>
                  <a:close/>
                </a:path>
                <a:path w="5909310" h="20954">
                  <a:moveTo>
                    <a:pt x="4992560" y="7162"/>
                  </a:moveTo>
                  <a:lnTo>
                    <a:pt x="4989868" y="4445"/>
                  </a:lnTo>
                  <a:lnTo>
                    <a:pt x="4941189" y="4292"/>
                  </a:lnTo>
                  <a:lnTo>
                    <a:pt x="4938433" y="7073"/>
                  </a:lnTo>
                  <a:lnTo>
                    <a:pt x="4938446" y="13906"/>
                  </a:lnTo>
                  <a:lnTo>
                    <a:pt x="4941240" y="16662"/>
                  </a:lnTo>
                  <a:lnTo>
                    <a:pt x="4986528" y="16510"/>
                  </a:lnTo>
                  <a:lnTo>
                    <a:pt x="4989842" y="16497"/>
                  </a:lnTo>
                  <a:lnTo>
                    <a:pt x="4992535" y="13804"/>
                  </a:lnTo>
                  <a:lnTo>
                    <a:pt x="4992560" y="7162"/>
                  </a:lnTo>
                  <a:close/>
                </a:path>
                <a:path w="5909310" h="20954">
                  <a:moveTo>
                    <a:pt x="5076025" y="7315"/>
                  </a:moveTo>
                  <a:lnTo>
                    <a:pt x="5073472" y="4749"/>
                  </a:lnTo>
                  <a:lnTo>
                    <a:pt x="5025123" y="4597"/>
                  </a:lnTo>
                  <a:lnTo>
                    <a:pt x="5022507" y="7239"/>
                  </a:lnTo>
                  <a:lnTo>
                    <a:pt x="5022520" y="13741"/>
                  </a:lnTo>
                  <a:lnTo>
                    <a:pt x="5025161" y="16370"/>
                  </a:lnTo>
                  <a:lnTo>
                    <a:pt x="5070297" y="16205"/>
                  </a:lnTo>
                  <a:lnTo>
                    <a:pt x="5073447" y="16205"/>
                  </a:lnTo>
                  <a:lnTo>
                    <a:pt x="5076012" y="13639"/>
                  </a:lnTo>
                  <a:lnTo>
                    <a:pt x="5076025" y="7315"/>
                  </a:lnTo>
                  <a:close/>
                </a:path>
                <a:path w="5909310" h="20954">
                  <a:moveTo>
                    <a:pt x="5159502" y="7493"/>
                  </a:moveTo>
                  <a:lnTo>
                    <a:pt x="5157076" y="5041"/>
                  </a:lnTo>
                  <a:lnTo>
                    <a:pt x="5109057" y="4889"/>
                  </a:lnTo>
                  <a:lnTo>
                    <a:pt x="5106555" y="7404"/>
                  </a:lnTo>
                  <a:lnTo>
                    <a:pt x="5106581" y="13576"/>
                  </a:lnTo>
                  <a:lnTo>
                    <a:pt x="5109095" y="16065"/>
                  </a:lnTo>
                  <a:lnTo>
                    <a:pt x="5154066" y="15913"/>
                  </a:lnTo>
                  <a:lnTo>
                    <a:pt x="5157051" y="15900"/>
                  </a:lnTo>
                  <a:lnTo>
                    <a:pt x="5159476" y="13474"/>
                  </a:lnTo>
                  <a:lnTo>
                    <a:pt x="5159502" y="7493"/>
                  </a:lnTo>
                  <a:close/>
                </a:path>
                <a:path w="5909310" h="20954">
                  <a:moveTo>
                    <a:pt x="5242877" y="7708"/>
                  </a:moveTo>
                  <a:lnTo>
                    <a:pt x="5240629" y="5422"/>
                  </a:lnTo>
                  <a:lnTo>
                    <a:pt x="5192979" y="5194"/>
                  </a:lnTo>
                  <a:lnTo>
                    <a:pt x="5190617" y="7581"/>
                  </a:lnTo>
                  <a:lnTo>
                    <a:pt x="5190655" y="13423"/>
                  </a:lnTo>
                  <a:lnTo>
                    <a:pt x="5193030" y="15773"/>
                  </a:lnTo>
                  <a:lnTo>
                    <a:pt x="5237835" y="15532"/>
                  </a:lnTo>
                  <a:lnTo>
                    <a:pt x="5240604" y="15519"/>
                  </a:lnTo>
                  <a:lnTo>
                    <a:pt x="5242865" y="13271"/>
                  </a:lnTo>
                  <a:lnTo>
                    <a:pt x="5242877" y="7708"/>
                  </a:lnTo>
                  <a:close/>
                </a:path>
                <a:path w="5909310" h="20954">
                  <a:moveTo>
                    <a:pt x="5326126" y="8001"/>
                  </a:moveTo>
                  <a:lnTo>
                    <a:pt x="5324106" y="5956"/>
                  </a:lnTo>
                  <a:lnTo>
                    <a:pt x="5277002" y="5689"/>
                  </a:lnTo>
                  <a:lnTo>
                    <a:pt x="5274869" y="7848"/>
                  </a:lnTo>
                  <a:lnTo>
                    <a:pt x="5274907" y="13144"/>
                  </a:lnTo>
                  <a:lnTo>
                    <a:pt x="5277066" y="15290"/>
                  </a:lnTo>
                  <a:lnTo>
                    <a:pt x="5321605" y="14998"/>
                  </a:lnTo>
                  <a:lnTo>
                    <a:pt x="5324068" y="14986"/>
                  </a:lnTo>
                  <a:lnTo>
                    <a:pt x="5326088" y="12979"/>
                  </a:lnTo>
                  <a:lnTo>
                    <a:pt x="5326126" y="8001"/>
                  </a:lnTo>
                  <a:close/>
                </a:path>
                <a:path w="5909310" h="20954">
                  <a:moveTo>
                    <a:pt x="5409362" y="8293"/>
                  </a:moveTo>
                  <a:lnTo>
                    <a:pt x="5407584" y="6489"/>
                  </a:lnTo>
                  <a:lnTo>
                    <a:pt x="5361076" y="6223"/>
                  </a:lnTo>
                  <a:lnTo>
                    <a:pt x="5359184" y="8140"/>
                  </a:lnTo>
                  <a:lnTo>
                    <a:pt x="5359197" y="12852"/>
                  </a:lnTo>
                  <a:lnTo>
                    <a:pt x="5361127" y="14757"/>
                  </a:lnTo>
                  <a:lnTo>
                    <a:pt x="5405374" y="14465"/>
                  </a:lnTo>
                  <a:lnTo>
                    <a:pt x="5407558" y="14452"/>
                  </a:lnTo>
                  <a:lnTo>
                    <a:pt x="5409323" y="12687"/>
                  </a:lnTo>
                  <a:lnTo>
                    <a:pt x="5409362" y="8293"/>
                  </a:lnTo>
                  <a:close/>
                </a:path>
                <a:path w="5909310" h="20954">
                  <a:moveTo>
                    <a:pt x="5492585" y="8572"/>
                  </a:moveTo>
                  <a:lnTo>
                    <a:pt x="5491048" y="7010"/>
                  </a:lnTo>
                  <a:lnTo>
                    <a:pt x="5445150" y="6756"/>
                  </a:lnTo>
                  <a:lnTo>
                    <a:pt x="5443486" y="8432"/>
                  </a:lnTo>
                  <a:lnTo>
                    <a:pt x="5443512" y="12560"/>
                  </a:lnTo>
                  <a:lnTo>
                    <a:pt x="5445188" y="14224"/>
                  </a:lnTo>
                  <a:lnTo>
                    <a:pt x="5489130" y="13931"/>
                  </a:lnTo>
                  <a:lnTo>
                    <a:pt x="5491035" y="13931"/>
                  </a:lnTo>
                  <a:lnTo>
                    <a:pt x="5492572" y="12382"/>
                  </a:lnTo>
                  <a:lnTo>
                    <a:pt x="5492585" y="8572"/>
                  </a:lnTo>
                  <a:close/>
                </a:path>
                <a:path w="5909310" h="20954">
                  <a:moveTo>
                    <a:pt x="5575820" y="8877"/>
                  </a:moveTo>
                  <a:lnTo>
                    <a:pt x="5574525" y="7543"/>
                  </a:lnTo>
                  <a:lnTo>
                    <a:pt x="5529211" y="7277"/>
                  </a:lnTo>
                  <a:lnTo>
                    <a:pt x="5527789" y="8724"/>
                  </a:lnTo>
                  <a:lnTo>
                    <a:pt x="5527802" y="12255"/>
                  </a:lnTo>
                  <a:lnTo>
                    <a:pt x="5529250" y="13677"/>
                  </a:lnTo>
                  <a:lnTo>
                    <a:pt x="5572899" y="13411"/>
                  </a:lnTo>
                  <a:lnTo>
                    <a:pt x="5574500" y="13398"/>
                  </a:lnTo>
                  <a:lnTo>
                    <a:pt x="5575808" y="12090"/>
                  </a:lnTo>
                  <a:lnTo>
                    <a:pt x="5575820" y="8877"/>
                  </a:lnTo>
                  <a:close/>
                </a:path>
                <a:path w="5909310" h="20954">
                  <a:moveTo>
                    <a:pt x="5659069" y="9169"/>
                  </a:moveTo>
                  <a:lnTo>
                    <a:pt x="5658002" y="8077"/>
                  </a:lnTo>
                  <a:lnTo>
                    <a:pt x="5613273" y="7810"/>
                  </a:lnTo>
                  <a:lnTo>
                    <a:pt x="5612092" y="9017"/>
                  </a:lnTo>
                  <a:lnTo>
                    <a:pt x="5612117" y="11963"/>
                  </a:lnTo>
                  <a:lnTo>
                    <a:pt x="5613311" y="13144"/>
                  </a:lnTo>
                  <a:lnTo>
                    <a:pt x="5656669" y="12865"/>
                  </a:lnTo>
                  <a:lnTo>
                    <a:pt x="5657977" y="12865"/>
                  </a:lnTo>
                  <a:lnTo>
                    <a:pt x="5659044" y="11798"/>
                  </a:lnTo>
                  <a:lnTo>
                    <a:pt x="5659069" y="9169"/>
                  </a:lnTo>
                  <a:close/>
                </a:path>
                <a:path w="5909310" h="20954">
                  <a:moveTo>
                    <a:pt x="5742305" y="9448"/>
                  </a:moveTo>
                  <a:lnTo>
                    <a:pt x="5741479" y="8610"/>
                  </a:lnTo>
                  <a:lnTo>
                    <a:pt x="5697347" y="8343"/>
                  </a:lnTo>
                  <a:lnTo>
                    <a:pt x="5696394" y="9309"/>
                  </a:lnTo>
                  <a:lnTo>
                    <a:pt x="5696420" y="11671"/>
                  </a:lnTo>
                  <a:lnTo>
                    <a:pt x="5697372" y="12611"/>
                  </a:lnTo>
                  <a:lnTo>
                    <a:pt x="5740438" y="12344"/>
                  </a:lnTo>
                  <a:lnTo>
                    <a:pt x="5741454" y="12331"/>
                  </a:lnTo>
                  <a:lnTo>
                    <a:pt x="5742292" y="11506"/>
                  </a:lnTo>
                  <a:lnTo>
                    <a:pt x="5742305" y="9448"/>
                  </a:lnTo>
                  <a:close/>
                </a:path>
                <a:path w="5909310" h="20954">
                  <a:moveTo>
                    <a:pt x="5825528" y="9740"/>
                  </a:moveTo>
                  <a:lnTo>
                    <a:pt x="5824931" y="9131"/>
                  </a:lnTo>
                  <a:lnTo>
                    <a:pt x="5781421" y="8877"/>
                  </a:lnTo>
                  <a:lnTo>
                    <a:pt x="5780697" y="9601"/>
                  </a:lnTo>
                  <a:lnTo>
                    <a:pt x="5780722" y="11366"/>
                  </a:lnTo>
                  <a:lnTo>
                    <a:pt x="5781433" y="12077"/>
                  </a:lnTo>
                  <a:lnTo>
                    <a:pt x="5824207" y="11811"/>
                  </a:lnTo>
                  <a:lnTo>
                    <a:pt x="5824931" y="11811"/>
                  </a:lnTo>
                  <a:lnTo>
                    <a:pt x="5825528" y="11214"/>
                  </a:lnTo>
                  <a:lnTo>
                    <a:pt x="5825528" y="9740"/>
                  </a:lnTo>
                  <a:close/>
                </a:path>
                <a:path w="5909310" h="20954">
                  <a:moveTo>
                    <a:pt x="5908776" y="10033"/>
                  </a:moveTo>
                  <a:lnTo>
                    <a:pt x="5908408" y="9677"/>
                  </a:lnTo>
                  <a:lnTo>
                    <a:pt x="5865482" y="9410"/>
                  </a:lnTo>
                  <a:lnTo>
                    <a:pt x="5865012" y="9880"/>
                  </a:lnTo>
                  <a:lnTo>
                    <a:pt x="5865012" y="11061"/>
                  </a:lnTo>
                  <a:lnTo>
                    <a:pt x="5865495" y="11544"/>
                  </a:lnTo>
                  <a:lnTo>
                    <a:pt x="5907976" y="11277"/>
                  </a:lnTo>
                  <a:lnTo>
                    <a:pt x="5908408" y="11277"/>
                  </a:lnTo>
                  <a:lnTo>
                    <a:pt x="5908764" y="10922"/>
                  </a:lnTo>
                  <a:lnTo>
                    <a:pt x="5908776" y="10033"/>
                  </a:lnTo>
                  <a:close/>
                </a:path>
              </a:pathLst>
            </a:custGeom>
            <a:solidFill>
              <a:srgbClr val="00AB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552137" y="10259954"/>
              <a:ext cx="380365" cy="5715"/>
            </a:xfrm>
            <a:custGeom>
              <a:avLst/>
              <a:gdLst/>
              <a:ahLst/>
              <a:cxnLst/>
              <a:rect l="l" t="t" r="r" b="b"/>
              <a:pathLst>
                <a:path w="380364" h="5715">
                  <a:moveTo>
                    <a:pt x="42659" y="2374"/>
                  </a:moveTo>
                  <a:lnTo>
                    <a:pt x="42418" y="2146"/>
                  </a:lnTo>
                  <a:lnTo>
                    <a:pt x="114" y="2425"/>
                  </a:lnTo>
                  <a:lnTo>
                    <a:pt x="0" y="2806"/>
                  </a:lnTo>
                  <a:lnTo>
                    <a:pt x="42151" y="3200"/>
                  </a:lnTo>
                  <a:lnTo>
                    <a:pt x="42430" y="3200"/>
                  </a:lnTo>
                  <a:lnTo>
                    <a:pt x="42659" y="2959"/>
                  </a:lnTo>
                  <a:lnTo>
                    <a:pt x="42659" y="2374"/>
                  </a:lnTo>
                  <a:close/>
                </a:path>
                <a:path w="380364" h="5715">
                  <a:moveTo>
                    <a:pt x="126974" y="3251"/>
                  </a:moveTo>
                  <a:lnTo>
                    <a:pt x="126961" y="2082"/>
                  </a:lnTo>
                  <a:lnTo>
                    <a:pt x="126492" y="1612"/>
                  </a:lnTo>
                  <a:lnTo>
                    <a:pt x="83591" y="1892"/>
                  </a:lnTo>
                  <a:lnTo>
                    <a:pt x="83235" y="2235"/>
                  </a:lnTo>
                  <a:lnTo>
                    <a:pt x="83235" y="3098"/>
                  </a:lnTo>
                  <a:lnTo>
                    <a:pt x="83578" y="3454"/>
                  </a:lnTo>
                  <a:lnTo>
                    <a:pt x="125920" y="3733"/>
                  </a:lnTo>
                  <a:lnTo>
                    <a:pt x="126504" y="3733"/>
                  </a:lnTo>
                  <a:lnTo>
                    <a:pt x="126974" y="3251"/>
                  </a:lnTo>
                  <a:close/>
                </a:path>
                <a:path w="380364" h="5715">
                  <a:moveTo>
                    <a:pt x="211289" y="3543"/>
                  </a:moveTo>
                  <a:lnTo>
                    <a:pt x="211277" y="1790"/>
                  </a:lnTo>
                  <a:lnTo>
                    <a:pt x="210553" y="1066"/>
                  </a:lnTo>
                  <a:lnTo>
                    <a:pt x="167068" y="1358"/>
                  </a:lnTo>
                  <a:lnTo>
                    <a:pt x="166484" y="1943"/>
                  </a:lnTo>
                  <a:lnTo>
                    <a:pt x="166471" y="3390"/>
                  </a:lnTo>
                  <a:lnTo>
                    <a:pt x="167055" y="3987"/>
                  </a:lnTo>
                  <a:lnTo>
                    <a:pt x="209689" y="4267"/>
                  </a:lnTo>
                  <a:lnTo>
                    <a:pt x="210566" y="4267"/>
                  </a:lnTo>
                  <a:lnTo>
                    <a:pt x="211289" y="3543"/>
                  </a:lnTo>
                  <a:close/>
                </a:path>
                <a:path w="380364" h="5715">
                  <a:moveTo>
                    <a:pt x="295579" y="1485"/>
                  </a:moveTo>
                  <a:lnTo>
                    <a:pt x="294614" y="546"/>
                  </a:lnTo>
                  <a:lnTo>
                    <a:pt x="250545" y="825"/>
                  </a:lnTo>
                  <a:lnTo>
                    <a:pt x="249707" y="1638"/>
                  </a:lnTo>
                  <a:lnTo>
                    <a:pt x="249707" y="3695"/>
                  </a:lnTo>
                  <a:lnTo>
                    <a:pt x="250532" y="4533"/>
                  </a:lnTo>
                  <a:lnTo>
                    <a:pt x="293471" y="4800"/>
                  </a:lnTo>
                  <a:lnTo>
                    <a:pt x="294640" y="4787"/>
                  </a:lnTo>
                  <a:lnTo>
                    <a:pt x="295579" y="3822"/>
                  </a:lnTo>
                  <a:lnTo>
                    <a:pt x="295579" y="1485"/>
                  </a:lnTo>
                  <a:close/>
                </a:path>
                <a:path w="380364" h="5715">
                  <a:moveTo>
                    <a:pt x="379895" y="4127"/>
                  </a:moveTo>
                  <a:lnTo>
                    <a:pt x="379869" y="1193"/>
                  </a:lnTo>
                  <a:lnTo>
                    <a:pt x="378688" y="0"/>
                  </a:lnTo>
                  <a:lnTo>
                    <a:pt x="334010" y="292"/>
                  </a:lnTo>
                  <a:lnTo>
                    <a:pt x="332943" y="1346"/>
                  </a:lnTo>
                  <a:lnTo>
                    <a:pt x="332930" y="3987"/>
                  </a:lnTo>
                  <a:lnTo>
                    <a:pt x="333997" y="5067"/>
                  </a:lnTo>
                  <a:lnTo>
                    <a:pt x="377240" y="5334"/>
                  </a:lnTo>
                  <a:lnTo>
                    <a:pt x="378714" y="5321"/>
                  </a:lnTo>
                  <a:lnTo>
                    <a:pt x="379895" y="4127"/>
                  </a:lnTo>
                  <a:close/>
                </a:path>
              </a:pathLst>
            </a:custGeom>
            <a:solidFill>
              <a:srgbClr val="00AB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740432" y="10163023"/>
              <a:ext cx="178999" cy="199177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4443095" y="10134339"/>
              <a:ext cx="5715" cy="128905"/>
            </a:xfrm>
            <a:custGeom>
              <a:avLst/>
              <a:gdLst/>
              <a:ahLst/>
              <a:cxnLst/>
              <a:rect l="l" t="t" r="r" b="b"/>
              <a:pathLst>
                <a:path w="5714" h="128904">
                  <a:moveTo>
                    <a:pt x="3556" y="85826"/>
                  </a:moveTo>
                  <a:lnTo>
                    <a:pt x="3111" y="85407"/>
                  </a:lnTo>
                  <a:lnTo>
                    <a:pt x="2044" y="85432"/>
                  </a:lnTo>
                  <a:lnTo>
                    <a:pt x="1625" y="85877"/>
                  </a:lnTo>
                  <a:lnTo>
                    <a:pt x="2603" y="128295"/>
                  </a:lnTo>
                  <a:lnTo>
                    <a:pt x="3556" y="85826"/>
                  </a:lnTo>
                  <a:close/>
                </a:path>
                <a:path w="5714" h="128904">
                  <a:moveTo>
                    <a:pt x="5143" y="1130"/>
                  </a:moveTo>
                  <a:lnTo>
                    <a:pt x="3975" y="0"/>
                  </a:lnTo>
                  <a:lnTo>
                    <a:pt x="1130" y="50"/>
                  </a:lnTo>
                  <a:lnTo>
                    <a:pt x="0" y="1219"/>
                  </a:lnTo>
                  <a:lnTo>
                    <a:pt x="749" y="44526"/>
                  </a:lnTo>
                  <a:lnTo>
                    <a:pt x="774" y="45516"/>
                  </a:lnTo>
                  <a:lnTo>
                    <a:pt x="1562" y="46329"/>
                  </a:lnTo>
                  <a:lnTo>
                    <a:pt x="3581" y="46367"/>
                  </a:lnTo>
                  <a:lnTo>
                    <a:pt x="4432" y="45542"/>
                  </a:lnTo>
                  <a:lnTo>
                    <a:pt x="5143" y="1130"/>
                  </a:lnTo>
                  <a:close/>
                </a:path>
              </a:pathLst>
            </a:custGeom>
            <a:solidFill>
              <a:srgbClr val="00AB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445678" y="9710021"/>
              <a:ext cx="0" cy="388620"/>
            </a:xfrm>
            <a:custGeom>
              <a:avLst/>
              <a:gdLst/>
              <a:ahLst/>
              <a:cxnLst/>
              <a:rect l="l" t="t" r="r" b="b"/>
              <a:pathLst>
                <a:path h="388620">
                  <a:moveTo>
                    <a:pt x="0" y="0"/>
                  </a:moveTo>
                  <a:lnTo>
                    <a:pt x="0" y="388323"/>
                  </a:lnTo>
                </a:path>
              </a:pathLst>
            </a:custGeom>
            <a:ln w="16020">
              <a:solidFill>
                <a:srgbClr val="00ABF8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435259" y="8073433"/>
              <a:ext cx="20955" cy="1611630"/>
            </a:xfrm>
            <a:custGeom>
              <a:avLst/>
              <a:gdLst/>
              <a:ahLst/>
              <a:cxnLst/>
              <a:rect l="l" t="t" r="r" b="b"/>
              <a:pathLst>
                <a:path w="20954" h="1611629">
                  <a:moveTo>
                    <a:pt x="10693" y="11391"/>
                  </a:moveTo>
                  <a:lnTo>
                    <a:pt x="10439" y="0"/>
                  </a:lnTo>
                  <a:lnTo>
                    <a:pt x="10172" y="11264"/>
                  </a:lnTo>
                  <a:lnTo>
                    <a:pt x="10172" y="11404"/>
                  </a:lnTo>
                  <a:lnTo>
                    <a:pt x="10299" y="11518"/>
                  </a:lnTo>
                  <a:lnTo>
                    <a:pt x="10579" y="11506"/>
                  </a:lnTo>
                  <a:close/>
                </a:path>
                <a:path w="20954" h="1611629">
                  <a:moveTo>
                    <a:pt x="12509" y="96151"/>
                  </a:moveTo>
                  <a:lnTo>
                    <a:pt x="11645" y="52476"/>
                  </a:lnTo>
                  <a:lnTo>
                    <a:pt x="11125" y="51943"/>
                  </a:lnTo>
                  <a:lnTo>
                    <a:pt x="9779" y="51917"/>
                  </a:lnTo>
                  <a:lnTo>
                    <a:pt x="9220" y="52451"/>
                  </a:lnTo>
                  <a:lnTo>
                    <a:pt x="8382" y="95034"/>
                  </a:lnTo>
                  <a:lnTo>
                    <a:pt x="8394" y="96227"/>
                  </a:lnTo>
                  <a:lnTo>
                    <a:pt x="9347" y="97129"/>
                  </a:lnTo>
                  <a:lnTo>
                    <a:pt x="11607" y="97091"/>
                  </a:lnTo>
                  <a:lnTo>
                    <a:pt x="12509" y="96151"/>
                  </a:lnTo>
                  <a:close/>
                </a:path>
                <a:path w="20954" h="1611629">
                  <a:moveTo>
                    <a:pt x="13957" y="180708"/>
                  </a:moveTo>
                  <a:lnTo>
                    <a:pt x="13182" y="135420"/>
                  </a:lnTo>
                  <a:lnTo>
                    <a:pt x="11988" y="134200"/>
                  </a:lnTo>
                  <a:lnTo>
                    <a:pt x="8940" y="134150"/>
                  </a:lnTo>
                  <a:lnTo>
                    <a:pt x="7683" y="135369"/>
                  </a:lnTo>
                  <a:lnTo>
                    <a:pt x="6934" y="178816"/>
                  </a:lnTo>
                  <a:lnTo>
                    <a:pt x="6972" y="180835"/>
                  </a:lnTo>
                  <a:lnTo>
                    <a:pt x="8559" y="182372"/>
                  </a:lnTo>
                  <a:lnTo>
                    <a:pt x="12420" y="182308"/>
                  </a:lnTo>
                  <a:lnTo>
                    <a:pt x="13957" y="180708"/>
                  </a:lnTo>
                  <a:close/>
                </a:path>
                <a:path w="20954" h="1611629">
                  <a:moveTo>
                    <a:pt x="15417" y="265290"/>
                  </a:moveTo>
                  <a:lnTo>
                    <a:pt x="14617" y="218401"/>
                  </a:lnTo>
                  <a:lnTo>
                    <a:pt x="12788" y="216560"/>
                  </a:lnTo>
                  <a:lnTo>
                    <a:pt x="8178" y="216484"/>
                  </a:lnTo>
                  <a:lnTo>
                    <a:pt x="6261" y="218338"/>
                  </a:lnTo>
                  <a:lnTo>
                    <a:pt x="5486" y="262547"/>
                  </a:lnTo>
                  <a:lnTo>
                    <a:pt x="5537" y="265455"/>
                  </a:lnTo>
                  <a:lnTo>
                    <a:pt x="7785" y="267627"/>
                  </a:lnTo>
                  <a:lnTo>
                    <a:pt x="13246" y="267538"/>
                  </a:lnTo>
                  <a:lnTo>
                    <a:pt x="15417" y="265290"/>
                  </a:lnTo>
                  <a:close/>
                </a:path>
                <a:path w="20954" h="1611629">
                  <a:moveTo>
                    <a:pt x="16408" y="349592"/>
                  </a:moveTo>
                  <a:lnTo>
                    <a:pt x="15900" y="301447"/>
                  </a:lnTo>
                  <a:lnTo>
                    <a:pt x="13487" y="299034"/>
                  </a:lnTo>
                  <a:lnTo>
                    <a:pt x="7454" y="298970"/>
                  </a:lnTo>
                  <a:lnTo>
                    <a:pt x="4965" y="301396"/>
                  </a:lnTo>
                  <a:lnTo>
                    <a:pt x="4495" y="346354"/>
                  </a:lnTo>
                  <a:lnTo>
                    <a:pt x="4521" y="349719"/>
                  </a:lnTo>
                  <a:lnTo>
                    <a:pt x="7213" y="352348"/>
                  </a:lnTo>
                  <a:lnTo>
                    <a:pt x="13766" y="352285"/>
                  </a:lnTo>
                  <a:lnTo>
                    <a:pt x="16408" y="349592"/>
                  </a:lnTo>
                  <a:close/>
                </a:path>
                <a:path w="20954" h="1611629">
                  <a:moveTo>
                    <a:pt x="17284" y="433857"/>
                  </a:moveTo>
                  <a:lnTo>
                    <a:pt x="16776" y="384746"/>
                  </a:lnTo>
                  <a:lnTo>
                    <a:pt x="13982" y="381927"/>
                  </a:lnTo>
                  <a:lnTo>
                    <a:pt x="6972" y="381850"/>
                  </a:lnTo>
                  <a:lnTo>
                    <a:pt x="4089" y="384683"/>
                  </a:lnTo>
                  <a:lnTo>
                    <a:pt x="3619" y="430110"/>
                  </a:lnTo>
                  <a:lnTo>
                    <a:pt x="3657" y="433997"/>
                  </a:lnTo>
                  <a:lnTo>
                    <a:pt x="6731" y="437019"/>
                  </a:lnTo>
                  <a:lnTo>
                    <a:pt x="14274" y="436930"/>
                  </a:lnTo>
                  <a:lnTo>
                    <a:pt x="17284" y="433857"/>
                  </a:lnTo>
                  <a:close/>
                </a:path>
                <a:path w="20954" h="1611629">
                  <a:moveTo>
                    <a:pt x="18173" y="518109"/>
                  </a:moveTo>
                  <a:lnTo>
                    <a:pt x="17653" y="468033"/>
                  </a:lnTo>
                  <a:lnTo>
                    <a:pt x="14465" y="464832"/>
                  </a:lnTo>
                  <a:lnTo>
                    <a:pt x="6502" y="464743"/>
                  </a:lnTo>
                  <a:lnTo>
                    <a:pt x="3213" y="467956"/>
                  </a:lnTo>
                  <a:lnTo>
                    <a:pt x="2730" y="513892"/>
                  </a:lnTo>
                  <a:lnTo>
                    <a:pt x="2768" y="518274"/>
                  </a:lnTo>
                  <a:lnTo>
                    <a:pt x="6261" y="521690"/>
                  </a:lnTo>
                  <a:lnTo>
                    <a:pt x="14770" y="521589"/>
                  </a:lnTo>
                  <a:lnTo>
                    <a:pt x="18173" y="518109"/>
                  </a:lnTo>
                  <a:close/>
                </a:path>
                <a:path w="20954" h="1611629">
                  <a:moveTo>
                    <a:pt x="19062" y="602361"/>
                  </a:moveTo>
                  <a:lnTo>
                    <a:pt x="18529" y="551319"/>
                  </a:lnTo>
                  <a:lnTo>
                    <a:pt x="14960" y="547725"/>
                  </a:lnTo>
                  <a:lnTo>
                    <a:pt x="6019" y="547636"/>
                  </a:lnTo>
                  <a:lnTo>
                    <a:pt x="2336" y="551230"/>
                  </a:lnTo>
                  <a:lnTo>
                    <a:pt x="1854" y="597662"/>
                  </a:lnTo>
                  <a:lnTo>
                    <a:pt x="1905" y="602538"/>
                  </a:lnTo>
                  <a:lnTo>
                    <a:pt x="5791" y="606336"/>
                  </a:lnTo>
                  <a:lnTo>
                    <a:pt x="15265" y="606247"/>
                  </a:lnTo>
                  <a:lnTo>
                    <a:pt x="19062" y="602361"/>
                  </a:lnTo>
                  <a:close/>
                </a:path>
                <a:path w="20954" h="1611629">
                  <a:moveTo>
                    <a:pt x="19278" y="1560893"/>
                  </a:moveTo>
                  <a:lnTo>
                    <a:pt x="19227" y="1555889"/>
                  </a:lnTo>
                  <a:lnTo>
                    <a:pt x="15227" y="1551952"/>
                  </a:lnTo>
                  <a:lnTo>
                    <a:pt x="5461" y="1552067"/>
                  </a:lnTo>
                  <a:lnTo>
                    <a:pt x="1536" y="1556054"/>
                  </a:lnTo>
                  <a:lnTo>
                    <a:pt x="2006" y="1602828"/>
                  </a:lnTo>
                  <a:lnTo>
                    <a:pt x="2057" y="1607400"/>
                  </a:lnTo>
                  <a:lnTo>
                    <a:pt x="5753" y="1611122"/>
                  </a:lnTo>
                  <a:lnTo>
                    <a:pt x="14998" y="1611210"/>
                  </a:lnTo>
                  <a:lnTo>
                    <a:pt x="18808" y="1607477"/>
                  </a:lnTo>
                  <a:lnTo>
                    <a:pt x="19278" y="1560893"/>
                  </a:lnTo>
                  <a:close/>
                </a:path>
                <a:path w="20954" h="1611629">
                  <a:moveTo>
                    <a:pt x="19494" y="686384"/>
                  </a:moveTo>
                  <a:lnTo>
                    <a:pt x="19316" y="634619"/>
                  </a:lnTo>
                  <a:lnTo>
                    <a:pt x="15354" y="630656"/>
                  </a:lnTo>
                  <a:lnTo>
                    <a:pt x="5549" y="630618"/>
                  </a:lnTo>
                  <a:lnTo>
                    <a:pt x="1562" y="634593"/>
                  </a:lnTo>
                  <a:lnTo>
                    <a:pt x="1384" y="681393"/>
                  </a:lnTo>
                  <a:lnTo>
                    <a:pt x="1409" y="686447"/>
                  </a:lnTo>
                  <a:lnTo>
                    <a:pt x="5473" y="690473"/>
                  </a:lnTo>
                  <a:lnTo>
                    <a:pt x="15468" y="690448"/>
                  </a:lnTo>
                  <a:lnTo>
                    <a:pt x="19494" y="686384"/>
                  </a:lnTo>
                  <a:close/>
                </a:path>
                <a:path w="20954" h="1611629">
                  <a:moveTo>
                    <a:pt x="19545" y="1472069"/>
                  </a:moveTo>
                  <a:lnTo>
                    <a:pt x="15443" y="1467993"/>
                  </a:lnTo>
                  <a:lnTo>
                    <a:pt x="5359" y="1468018"/>
                  </a:lnTo>
                  <a:lnTo>
                    <a:pt x="1282" y="1472133"/>
                  </a:lnTo>
                  <a:lnTo>
                    <a:pt x="1447" y="1519059"/>
                  </a:lnTo>
                  <a:lnTo>
                    <a:pt x="1460" y="1523987"/>
                  </a:lnTo>
                  <a:lnTo>
                    <a:pt x="5461" y="1528000"/>
                  </a:lnTo>
                  <a:lnTo>
                    <a:pt x="15367" y="1528025"/>
                  </a:lnTo>
                  <a:lnTo>
                    <a:pt x="19405" y="1524025"/>
                  </a:lnTo>
                  <a:lnTo>
                    <a:pt x="19545" y="1472069"/>
                  </a:lnTo>
                  <a:close/>
                </a:path>
                <a:path w="20954" h="1611629">
                  <a:moveTo>
                    <a:pt x="19786" y="770305"/>
                  </a:moveTo>
                  <a:lnTo>
                    <a:pt x="19596" y="718223"/>
                  </a:lnTo>
                  <a:lnTo>
                    <a:pt x="15519" y="714133"/>
                  </a:lnTo>
                  <a:lnTo>
                    <a:pt x="5397" y="714095"/>
                  </a:lnTo>
                  <a:lnTo>
                    <a:pt x="1270" y="718197"/>
                  </a:lnTo>
                  <a:lnTo>
                    <a:pt x="1104" y="765149"/>
                  </a:lnTo>
                  <a:lnTo>
                    <a:pt x="1117" y="770382"/>
                  </a:lnTo>
                  <a:lnTo>
                    <a:pt x="5308" y="774534"/>
                  </a:lnTo>
                  <a:lnTo>
                    <a:pt x="15621" y="774509"/>
                  </a:lnTo>
                  <a:lnTo>
                    <a:pt x="19786" y="770305"/>
                  </a:lnTo>
                  <a:close/>
                </a:path>
                <a:path w="20954" h="1611629">
                  <a:moveTo>
                    <a:pt x="19850" y="1388135"/>
                  </a:moveTo>
                  <a:lnTo>
                    <a:pt x="15608" y="1383931"/>
                  </a:lnTo>
                  <a:lnTo>
                    <a:pt x="5194" y="1383969"/>
                  </a:lnTo>
                  <a:lnTo>
                    <a:pt x="990" y="1388198"/>
                  </a:lnTo>
                  <a:lnTo>
                    <a:pt x="1155" y="1435290"/>
                  </a:lnTo>
                  <a:lnTo>
                    <a:pt x="1181" y="1440395"/>
                  </a:lnTo>
                  <a:lnTo>
                    <a:pt x="5295" y="1444510"/>
                  </a:lnTo>
                  <a:lnTo>
                    <a:pt x="15532" y="1444561"/>
                  </a:lnTo>
                  <a:lnTo>
                    <a:pt x="19697" y="1440421"/>
                  </a:lnTo>
                  <a:lnTo>
                    <a:pt x="19850" y="1388135"/>
                  </a:lnTo>
                  <a:close/>
                </a:path>
                <a:path w="20954" h="1611629">
                  <a:moveTo>
                    <a:pt x="20078" y="854240"/>
                  </a:moveTo>
                  <a:lnTo>
                    <a:pt x="19900" y="801839"/>
                  </a:lnTo>
                  <a:lnTo>
                    <a:pt x="15671" y="797598"/>
                  </a:lnTo>
                  <a:lnTo>
                    <a:pt x="5219" y="797572"/>
                  </a:lnTo>
                  <a:lnTo>
                    <a:pt x="977" y="801801"/>
                  </a:lnTo>
                  <a:lnTo>
                    <a:pt x="812" y="848918"/>
                  </a:lnTo>
                  <a:lnTo>
                    <a:pt x="825" y="854303"/>
                  </a:lnTo>
                  <a:lnTo>
                    <a:pt x="5156" y="858596"/>
                  </a:lnTo>
                  <a:lnTo>
                    <a:pt x="15786" y="858570"/>
                  </a:lnTo>
                  <a:lnTo>
                    <a:pt x="20078" y="854240"/>
                  </a:lnTo>
                  <a:close/>
                </a:path>
                <a:path w="20954" h="1611629">
                  <a:moveTo>
                    <a:pt x="20129" y="1304201"/>
                  </a:moveTo>
                  <a:lnTo>
                    <a:pt x="15760" y="1299870"/>
                  </a:lnTo>
                  <a:lnTo>
                    <a:pt x="5029" y="1299908"/>
                  </a:lnTo>
                  <a:lnTo>
                    <a:pt x="698" y="1304277"/>
                  </a:lnTo>
                  <a:lnTo>
                    <a:pt x="863" y="1351521"/>
                  </a:lnTo>
                  <a:lnTo>
                    <a:pt x="889" y="1356779"/>
                  </a:lnTo>
                  <a:lnTo>
                    <a:pt x="5130" y="1361046"/>
                  </a:lnTo>
                  <a:lnTo>
                    <a:pt x="15684" y="1361084"/>
                  </a:lnTo>
                  <a:lnTo>
                    <a:pt x="19989" y="1356817"/>
                  </a:lnTo>
                  <a:lnTo>
                    <a:pt x="20129" y="1304201"/>
                  </a:lnTo>
                  <a:close/>
                </a:path>
                <a:path w="20954" h="1611629">
                  <a:moveTo>
                    <a:pt x="20370" y="938161"/>
                  </a:moveTo>
                  <a:lnTo>
                    <a:pt x="20193" y="885444"/>
                  </a:lnTo>
                  <a:lnTo>
                    <a:pt x="15849" y="881087"/>
                  </a:lnTo>
                  <a:lnTo>
                    <a:pt x="5067" y="881049"/>
                  </a:lnTo>
                  <a:lnTo>
                    <a:pt x="685" y="885405"/>
                  </a:lnTo>
                  <a:lnTo>
                    <a:pt x="520" y="932688"/>
                  </a:lnTo>
                  <a:lnTo>
                    <a:pt x="533" y="938237"/>
                  </a:lnTo>
                  <a:lnTo>
                    <a:pt x="4991" y="942657"/>
                  </a:lnTo>
                  <a:lnTo>
                    <a:pt x="15951" y="942619"/>
                  </a:lnTo>
                  <a:lnTo>
                    <a:pt x="20370" y="938161"/>
                  </a:lnTo>
                  <a:close/>
                </a:path>
                <a:path w="20954" h="1611629">
                  <a:moveTo>
                    <a:pt x="20421" y="1220279"/>
                  </a:moveTo>
                  <a:lnTo>
                    <a:pt x="15925" y="1215809"/>
                  </a:lnTo>
                  <a:lnTo>
                    <a:pt x="4876" y="1215847"/>
                  </a:lnTo>
                  <a:lnTo>
                    <a:pt x="406" y="1220343"/>
                  </a:lnTo>
                  <a:lnTo>
                    <a:pt x="571" y="1267752"/>
                  </a:lnTo>
                  <a:lnTo>
                    <a:pt x="596" y="1273175"/>
                  </a:lnTo>
                  <a:lnTo>
                    <a:pt x="4978" y="1277569"/>
                  </a:lnTo>
                  <a:lnTo>
                    <a:pt x="15836" y="1277594"/>
                  </a:lnTo>
                  <a:lnTo>
                    <a:pt x="20269" y="1273200"/>
                  </a:lnTo>
                  <a:lnTo>
                    <a:pt x="20421" y="1220279"/>
                  </a:lnTo>
                  <a:close/>
                </a:path>
                <a:path w="20954" h="1611629">
                  <a:moveTo>
                    <a:pt x="20662" y="1022096"/>
                  </a:moveTo>
                  <a:lnTo>
                    <a:pt x="20472" y="969048"/>
                  </a:lnTo>
                  <a:lnTo>
                    <a:pt x="16002" y="964565"/>
                  </a:lnTo>
                  <a:lnTo>
                    <a:pt x="4914" y="964514"/>
                  </a:lnTo>
                  <a:lnTo>
                    <a:pt x="393" y="969010"/>
                  </a:lnTo>
                  <a:lnTo>
                    <a:pt x="228" y="1016457"/>
                  </a:lnTo>
                  <a:lnTo>
                    <a:pt x="241" y="1022159"/>
                  </a:lnTo>
                  <a:lnTo>
                    <a:pt x="4826" y="1026718"/>
                  </a:lnTo>
                  <a:lnTo>
                    <a:pt x="16103" y="1026680"/>
                  </a:lnTo>
                  <a:lnTo>
                    <a:pt x="20662" y="1022096"/>
                  </a:lnTo>
                  <a:close/>
                </a:path>
                <a:path w="20954" h="1611629">
                  <a:moveTo>
                    <a:pt x="20713" y="1136345"/>
                  </a:moveTo>
                  <a:lnTo>
                    <a:pt x="16090" y="1131747"/>
                  </a:lnTo>
                  <a:lnTo>
                    <a:pt x="4711" y="1131785"/>
                  </a:lnTo>
                  <a:lnTo>
                    <a:pt x="114" y="1136421"/>
                  </a:lnTo>
                  <a:lnTo>
                    <a:pt x="279" y="1183995"/>
                  </a:lnTo>
                  <a:lnTo>
                    <a:pt x="304" y="1189558"/>
                  </a:lnTo>
                  <a:lnTo>
                    <a:pt x="4813" y="1194079"/>
                  </a:lnTo>
                  <a:lnTo>
                    <a:pt x="16002" y="1194130"/>
                  </a:lnTo>
                  <a:lnTo>
                    <a:pt x="20561" y="1189596"/>
                  </a:lnTo>
                  <a:lnTo>
                    <a:pt x="20713" y="1136345"/>
                  </a:lnTo>
                  <a:close/>
                </a:path>
                <a:path w="20954" h="1611629">
                  <a:moveTo>
                    <a:pt x="20878" y="1105992"/>
                  </a:moveTo>
                  <a:lnTo>
                    <a:pt x="20802" y="1052626"/>
                  </a:lnTo>
                  <a:lnTo>
                    <a:pt x="16167" y="1048016"/>
                  </a:lnTo>
                  <a:lnTo>
                    <a:pt x="4737" y="1047991"/>
                  </a:lnTo>
                  <a:lnTo>
                    <a:pt x="88" y="1052626"/>
                  </a:lnTo>
                  <a:lnTo>
                    <a:pt x="0" y="1100264"/>
                  </a:lnTo>
                  <a:lnTo>
                    <a:pt x="0" y="1106017"/>
                  </a:lnTo>
                  <a:lnTo>
                    <a:pt x="4686" y="1110691"/>
                  </a:lnTo>
                  <a:lnTo>
                    <a:pt x="16230" y="1110678"/>
                  </a:lnTo>
                  <a:lnTo>
                    <a:pt x="20878" y="1105992"/>
                  </a:lnTo>
                  <a:close/>
                </a:path>
              </a:pathLst>
            </a:custGeom>
            <a:solidFill>
              <a:srgbClr val="00AB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0" y="11298084"/>
              <a:ext cx="20104100" cy="10795"/>
            </a:xfrm>
            <a:custGeom>
              <a:avLst/>
              <a:gdLst/>
              <a:ahLst/>
              <a:cxnLst/>
              <a:rect l="l" t="t" r="r" b="b"/>
              <a:pathLst>
                <a:path w="20104100" h="10795">
                  <a:moveTo>
                    <a:pt x="20104100" y="0"/>
                  </a:moveTo>
                  <a:lnTo>
                    <a:pt x="0" y="0"/>
                  </a:lnTo>
                  <a:lnTo>
                    <a:pt x="0" y="10470"/>
                  </a:lnTo>
                  <a:lnTo>
                    <a:pt x="20104100" y="10470"/>
                  </a:lnTo>
                  <a:lnTo>
                    <a:pt x="20104100" y="0"/>
                  </a:lnTo>
                  <a:close/>
                </a:path>
              </a:pathLst>
            </a:custGeom>
            <a:solidFill>
              <a:srgbClr val="BD4A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15950153" y="10487597"/>
            <a:ext cx="3365500" cy="429895"/>
          </a:xfrm>
          <a:prstGeom prst="rect">
            <a:avLst/>
          </a:prstGeom>
          <a:ln w="10470">
            <a:solidFill>
              <a:srgbClr val="00ABF8"/>
            </a:solidFill>
          </a:ln>
        </p:spPr>
        <p:txBody>
          <a:bodyPr vert="horz" wrap="square" lIns="0" tIns="66675" rIns="0" bIns="0" rtlCol="0">
            <a:spAutoFit/>
          </a:bodyPr>
          <a:lstStyle/>
          <a:p>
            <a:pPr marL="61594">
              <a:lnSpc>
                <a:spcPct val="100000"/>
              </a:lnSpc>
              <a:spcBef>
                <a:spcPts val="525"/>
              </a:spcBef>
            </a:pPr>
            <a:r>
              <a:rPr sz="1650" b="1" spc="-40" dirty="0">
                <a:solidFill>
                  <a:srgbClr val="00ABF8"/>
                </a:solidFill>
                <a:latin typeface="Century Gothic"/>
                <a:cs typeface="Century Gothic"/>
              </a:rPr>
              <a:t>Interoperability</a:t>
            </a:r>
            <a:r>
              <a:rPr sz="1650" b="1" spc="-15" dirty="0">
                <a:solidFill>
                  <a:srgbClr val="00ABF8"/>
                </a:solidFill>
                <a:latin typeface="Century Gothic"/>
                <a:cs typeface="Century Gothic"/>
              </a:rPr>
              <a:t> </a:t>
            </a:r>
            <a:r>
              <a:rPr sz="1650" b="1" spc="-20" dirty="0">
                <a:solidFill>
                  <a:srgbClr val="00ABF8"/>
                </a:solidFill>
                <a:latin typeface="Century Gothic"/>
                <a:cs typeface="Century Gothic"/>
              </a:rPr>
              <a:t>(API)</a:t>
            </a:r>
            <a:endParaRPr sz="1650">
              <a:latin typeface="Century Gothic"/>
              <a:cs typeface="Century Gothic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03B6D99-DD75-CAAC-4AA2-D04D1FFC3452}"/>
              </a:ext>
            </a:extLst>
          </p:cNvPr>
          <p:cNvSpPr txBox="1"/>
          <p:nvPr/>
        </p:nvSpPr>
        <p:spPr>
          <a:xfrm>
            <a:off x="15558338" y="757515"/>
            <a:ext cx="624406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spc="-180" dirty="0">
                <a:solidFill>
                  <a:srgbClr val="BD4A5F"/>
                </a:solidFill>
                <a:latin typeface="Century Gothic"/>
              </a:rPr>
              <a:t>Example from Ethiopia</a:t>
            </a:r>
            <a:endParaRPr lang="en-US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617" y="-2617"/>
            <a:ext cx="4954270" cy="1214120"/>
            <a:chOff x="-2617" y="-2617"/>
            <a:chExt cx="4954270" cy="121412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4948555" cy="1208405"/>
            </a:xfrm>
            <a:custGeom>
              <a:avLst/>
              <a:gdLst/>
              <a:ahLst/>
              <a:cxnLst/>
              <a:rect l="l" t="t" r="r" b="b"/>
              <a:pathLst>
                <a:path w="4948555" h="1208405">
                  <a:moveTo>
                    <a:pt x="4948443" y="0"/>
                  </a:moveTo>
                  <a:lnTo>
                    <a:pt x="0" y="0"/>
                  </a:lnTo>
                  <a:lnTo>
                    <a:pt x="0" y="1208373"/>
                  </a:lnTo>
                  <a:lnTo>
                    <a:pt x="3710702" y="1208373"/>
                  </a:lnTo>
                  <a:lnTo>
                    <a:pt x="3759327" y="1207436"/>
                  </a:lnTo>
                  <a:lnTo>
                    <a:pt x="3807476" y="1204648"/>
                  </a:lnTo>
                  <a:lnTo>
                    <a:pt x="3855117" y="1200042"/>
                  </a:lnTo>
                  <a:lnTo>
                    <a:pt x="3902213" y="1193654"/>
                  </a:lnTo>
                  <a:lnTo>
                    <a:pt x="3948732" y="1185518"/>
                  </a:lnTo>
                  <a:lnTo>
                    <a:pt x="3994638" y="1175668"/>
                  </a:lnTo>
                  <a:lnTo>
                    <a:pt x="4039897" y="1164139"/>
                  </a:lnTo>
                  <a:lnTo>
                    <a:pt x="4084475" y="1150965"/>
                  </a:lnTo>
                  <a:lnTo>
                    <a:pt x="4128337" y="1136181"/>
                  </a:lnTo>
                  <a:lnTo>
                    <a:pt x="4171448" y="1119821"/>
                  </a:lnTo>
                  <a:lnTo>
                    <a:pt x="4213776" y="1101919"/>
                  </a:lnTo>
                  <a:lnTo>
                    <a:pt x="4255284" y="1082509"/>
                  </a:lnTo>
                  <a:lnTo>
                    <a:pt x="4295939" y="1061627"/>
                  </a:lnTo>
                  <a:lnTo>
                    <a:pt x="4335706" y="1039307"/>
                  </a:lnTo>
                  <a:lnTo>
                    <a:pt x="4374551" y="1015582"/>
                  </a:lnTo>
                  <a:lnTo>
                    <a:pt x="4412439" y="990488"/>
                  </a:lnTo>
                  <a:lnTo>
                    <a:pt x="4449336" y="964059"/>
                  </a:lnTo>
                  <a:lnTo>
                    <a:pt x="4485208" y="936329"/>
                  </a:lnTo>
                  <a:lnTo>
                    <a:pt x="4520020" y="907333"/>
                  </a:lnTo>
                  <a:lnTo>
                    <a:pt x="4553737" y="877104"/>
                  </a:lnTo>
                  <a:lnTo>
                    <a:pt x="4586326" y="845679"/>
                  </a:lnTo>
                  <a:lnTo>
                    <a:pt x="4617752" y="813090"/>
                  </a:lnTo>
                  <a:lnTo>
                    <a:pt x="4647980" y="779372"/>
                  </a:lnTo>
                  <a:lnTo>
                    <a:pt x="4676976" y="744560"/>
                  </a:lnTo>
                  <a:lnTo>
                    <a:pt x="4704706" y="708689"/>
                  </a:lnTo>
                  <a:lnTo>
                    <a:pt x="4731136" y="671792"/>
                  </a:lnTo>
                  <a:lnTo>
                    <a:pt x="4756230" y="633903"/>
                  </a:lnTo>
                  <a:lnTo>
                    <a:pt x="4779954" y="595059"/>
                  </a:lnTo>
                  <a:lnTo>
                    <a:pt x="4802275" y="555291"/>
                  </a:lnTo>
                  <a:lnTo>
                    <a:pt x="4823157" y="514637"/>
                  </a:lnTo>
                  <a:lnTo>
                    <a:pt x="4842566" y="473128"/>
                  </a:lnTo>
                  <a:lnTo>
                    <a:pt x="4860468" y="430801"/>
                  </a:lnTo>
                  <a:lnTo>
                    <a:pt x="4876828" y="387689"/>
                  </a:lnTo>
                  <a:lnTo>
                    <a:pt x="4891613" y="343827"/>
                  </a:lnTo>
                  <a:lnTo>
                    <a:pt x="4904787" y="299249"/>
                  </a:lnTo>
                  <a:lnTo>
                    <a:pt x="4916316" y="253990"/>
                  </a:lnTo>
                  <a:lnTo>
                    <a:pt x="4926166" y="208084"/>
                  </a:lnTo>
                  <a:lnTo>
                    <a:pt x="4934302" y="161566"/>
                  </a:lnTo>
                  <a:lnTo>
                    <a:pt x="4940690" y="114469"/>
                  </a:lnTo>
                  <a:lnTo>
                    <a:pt x="4945295" y="66829"/>
                  </a:lnTo>
                  <a:lnTo>
                    <a:pt x="4948083" y="18679"/>
                  </a:lnTo>
                  <a:lnTo>
                    <a:pt x="4948443" y="0"/>
                  </a:lnTo>
                  <a:close/>
                </a:path>
              </a:pathLst>
            </a:custGeom>
            <a:solidFill>
              <a:srgbClr val="3448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4948555" cy="1208405"/>
            </a:xfrm>
            <a:custGeom>
              <a:avLst/>
              <a:gdLst/>
              <a:ahLst/>
              <a:cxnLst/>
              <a:rect l="l" t="t" r="r" b="b"/>
              <a:pathLst>
                <a:path w="4948555" h="1208405">
                  <a:moveTo>
                    <a:pt x="4948443" y="0"/>
                  </a:moveTo>
                  <a:lnTo>
                    <a:pt x="4945295" y="66829"/>
                  </a:lnTo>
                  <a:lnTo>
                    <a:pt x="4940690" y="114469"/>
                  </a:lnTo>
                  <a:lnTo>
                    <a:pt x="4934302" y="161566"/>
                  </a:lnTo>
                  <a:lnTo>
                    <a:pt x="4926166" y="208084"/>
                  </a:lnTo>
                  <a:lnTo>
                    <a:pt x="4916316" y="253990"/>
                  </a:lnTo>
                  <a:lnTo>
                    <a:pt x="4904787" y="299249"/>
                  </a:lnTo>
                  <a:lnTo>
                    <a:pt x="4891613" y="343827"/>
                  </a:lnTo>
                  <a:lnTo>
                    <a:pt x="4876828" y="387689"/>
                  </a:lnTo>
                  <a:lnTo>
                    <a:pt x="4860468" y="430801"/>
                  </a:lnTo>
                  <a:lnTo>
                    <a:pt x="4842566" y="473128"/>
                  </a:lnTo>
                  <a:lnTo>
                    <a:pt x="4823157" y="514637"/>
                  </a:lnTo>
                  <a:lnTo>
                    <a:pt x="4802275" y="555291"/>
                  </a:lnTo>
                  <a:lnTo>
                    <a:pt x="4779954" y="595059"/>
                  </a:lnTo>
                  <a:lnTo>
                    <a:pt x="4756230" y="633903"/>
                  </a:lnTo>
                  <a:lnTo>
                    <a:pt x="4731136" y="671792"/>
                  </a:lnTo>
                  <a:lnTo>
                    <a:pt x="4704706" y="708689"/>
                  </a:lnTo>
                  <a:lnTo>
                    <a:pt x="4676976" y="744560"/>
                  </a:lnTo>
                  <a:lnTo>
                    <a:pt x="4647980" y="779372"/>
                  </a:lnTo>
                  <a:lnTo>
                    <a:pt x="4617752" y="813090"/>
                  </a:lnTo>
                  <a:lnTo>
                    <a:pt x="4586326" y="845679"/>
                  </a:lnTo>
                  <a:lnTo>
                    <a:pt x="4553737" y="877104"/>
                  </a:lnTo>
                  <a:lnTo>
                    <a:pt x="4520020" y="907333"/>
                  </a:lnTo>
                  <a:lnTo>
                    <a:pt x="4485208" y="936329"/>
                  </a:lnTo>
                  <a:lnTo>
                    <a:pt x="4449336" y="964059"/>
                  </a:lnTo>
                  <a:lnTo>
                    <a:pt x="4412439" y="990488"/>
                  </a:lnTo>
                  <a:lnTo>
                    <a:pt x="4374551" y="1015582"/>
                  </a:lnTo>
                  <a:lnTo>
                    <a:pt x="4335706" y="1039307"/>
                  </a:lnTo>
                  <a:lnTo>
                    <a:pt x="4295939" y="1061627"/>
                  </a:lnTo>
                  <a:lnTo>
                    <a:pt x="4255284" y="1082509"/>
                  </a:lnTo>
                  <a:lnTo>
                    <a:pt x="4213776" y="1101919"/>
                  </a:lnTo>
                  <a:lnTo>
                    <a:pt x="4171448" y="1119821"/>
                  </a:lnTo>
                  <a:lnTo>
                    <a:pt x="4128337" y="1136181"/>
                  </a:lnTo>
                  <a:lnTo>
                    <a:pt x="4084475" y="1150965"/>
                  </a:lnTo>
                  <a:lnTo>
                    <a:pt x="4039897" y="1164139"/>
                  </a:lnTo>
                  <a:lnTo>
                    <a:pt x="3994638" y="1175668"/>
                  </a:lnTo>
                  <a:lnTo>
                    <a:pt x="3948732" y="1185518"/>
                  </a:lnTo>
                  <a:lnTo>
                    <a:pt x="3902213" y="1193654"/>
                  </a:lnTo>
                  <a:lnTo>
                    <a:pt x="3855117" y="1200042"/>
                  </a:lnTo>
                  <a:lnTo>
                    <a:pt x="3807476" y="1204648"/>
                  </a:lnTo>
                  <a:lnTo>
                    <a:pt x="3759327" y="1207436"/>
                  </a:lnTo>
                  <a:lnTo>
                    <a:pt x="3710702" y="1208373"/>
                  </a:lnTo>
                  <a:lnTo>
                    <a:pt x="0" y="1208373"/>
                  </a:lnTo>
                </a:path>
              </a:pathLst>
            </a:custGeom>
            <a:ln w="5235">
              <a:solidFill>
                <a:srgbClr val="BD4A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63195">
              <a:lnSpc>
                <a:spcPct val="100000"/>
              </a:lnSpc>
              <a:spcBef>
                <a:spcPts val="110"/>
              </a:spcBef>
            </a:pPr>
            <a:r>
              <a:rPr sz="3700" spc="70" dirty="0">
                <a:solidFill>
                  <a:srgbClr val="BD4A5F"/>
                </a:solidFill>
              </a:rPr>
              <a:t>e</a:t>
            </a:r>
            <a:r>
              <a:rPr sz="3700" spc="70" dirty="0"/>
              <a:t>PHEM</a:t>
            </a:r>
            <a:r>
              <a:rPr sz="3700" spc="30" dirty="0"/>
              <a:t> </a:t>
            </a:r>
            <a:r>
              <a:rPr sz="3700" spc="-20" dirty="0">
                <a:solidFill>
                  <a:srgbClr val="BD4A5F"/>
                </a:solidFill>
              </a:rPr>
              <a:t>M</a:t>
            </a:r>
            <a:r>
              <a:rPr sz="3700" spc="-20" dirty="0"/>
              <a:t>odules</a:t>
            </a:r>
            <a:endParaRPr sz="3700" dirty="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51561" y="8263720"/>
            <a:ext cx="628792" cy="62879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192469" y="8742076"/>
            <a:ext cx="2823210" cy="1343660"/>
          </a:xfrm>
          <a:prstGeom prst="rect">
            <a:avLst/>
          </a:prstGeom>
        </p:spPr>
        <p:txBody>
          <a:bodyPr vert="horz" wrap="square" lIns="0" tIns="21462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89"/>
              </a:spcBef>
            </a:pPr>
            <a:r>
              <a:rPr sz="22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Finance</a:t>
            </a:r>
            <a:endParaRPr sz="2200">
              <a:latin typeface="Century Gothic"/>
              <a:cs typeface="Century Gothic"/>
            </a:endParaRPr>
          </a:p>
          <a:p>
            <a:pPr marL="203835" indent="-188595">
              <a:lnSpc>
                <a:spcPct val="100000"/>
              </a:lnSpc>
              <a:spcBef>
                <a:spcPts val="805"/>
              </a:spcBef>
              <a:buChar char="•"/>
              <a:tabLst>
                <a:tab pos="203835" algn="l"/>
              </a:tabLst>
            </a:pP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Track</a:t>
            </a:r>
            <a:r>
              <a:rPr sz="11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funds</a:t>
            </a:r>
            <a:r>
              <a:rPr sz="11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from each</a:t>
            </a:r>
            <a:r>
              <a:rPr sz="11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source/donor</a:t>
            </a:r>
            <a:endParaRPr sz="1100">
              <a:latin typeface="Tahoma"/>
              <a:cs typeface="Tahoma"/>
            </a:endParaRPr>
          </a:p>
          <a:p>
            <a:pPr marL="203835" indent="-188595">
              <a:lnSpc>
                <a:spcPct val="100000"/>
              </a:lnSpc>
              <a:spcBef>
                <a:spcPts val="20"/>
              </a:spcBef>
              <a:buChar char="•"/>
              <a:tabLst>
                <a:tab pos="203835" algn="l"/>
              </a:tabLst>
            </a:pP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Track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expenses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each</a:t>
            </a: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incident</a:t>
            </a:r>
            <a:endParaRPr sz="1100">
              <a:latin typeface="Tahoma"/>
              <a:cs typeface="Tahoma"/>
            </a:endParaRPr>
          </a:p>
          <a:p>
            <a:pPr marL="203835" marR="5080" indent="-188595">
              <a:lnSpc>
                <a:spcPct val="101499"/>
              </a:lnSpc>
              <a:buChar char="•"/>
              <a:tabLst>
                <a:tab pos="203835" algn="l"/>
              </a:tabLst>
            </a:pP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Track</a:t>
            </a:r>
            <a:r>
              <a:rPr sz="11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expenses</a:t>
            </a:r>
            <a:r>
              <a:rPr sz="11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1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each</a:t>
            </a:r>
            <a:r>
              <a:rPr sz="11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activity</a:t>
            </a:r>
            <a:r>
              <a:rPr sz="11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1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type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1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activity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51559" y="5331165"/>
            <a:ext cx="647365" cy="6473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195260" y="6052772"/>
            <a:ext cx="2645410" cy="11512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25"/>
              </a:spcBef>
            </a:pPr>
            <a:r>
              <a:rPr sz="22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Incidents</a:t>
            </a:r>
            <a:endParaRPr sz="2200" dirty="0">
              <a:latin typeface="Century Gothic"/>
              <a:cs typeface="Century Gothic"/>
            </a:endParaRPr>
          </a:p>
          <a:p>
            <a:pPr marL="200660" indent="-187960">
              <a:lnSpc>
                <a:spcPct val="100000"/>
              </a:lnSpc>
              <a:spcBef>
                <a:spcPts val="855"/>
              </a:spcBef>
              <a:buChar char="•"/>
              <a:tabLst>
                <a:tab pos="200660" algn="l"/>
              </a:tabLst>
            </a:pP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Situational</a:t>
            </a: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1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Contextual</a:t>
            </a:r>
            <a:r>
              <a:rPr sz="11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Information</a:t>
            </a:r>
            <a:endParaRPr sz="1100" dirty="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20"/>
              </a:spcBef>
              <a:buChar char="•"/>
              <a:tabLst>
                <a:tab pos="200660" algn="l"/>
              </a:tabLst>
            </a:pP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Epidemiological</a:t>
            </a:r>
            <a:r>
              <a:rPr sz="1100" spc="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Information</a:t>
            </a:r>
            <a:endParaRPr sz="1100" dirty="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20"/>
              </a:spcBef>
              <a:buChar char="•"/>
              <a:tabLst>
                <a:tab pos="200660" algn="l"/>
              </a:tabLst>
            </a:pP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Continuous</a:t>
            </a:r>
            <a:r>
              <a:rPr sz="1100" spc="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Risk</a:t>
            </a:r>
            <a:r>
              <a:rPr sz="1100" spc="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Assessment</a:t>
            </a:r>
            <a:endParaRPr sz="1100" dirty="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20"/>
              </a:spcBef>
              <a:buChar char="•"/>
              <a:tabLst>
                <a:tab pos="200660" algn="l"/>
              </a:tabLst>
            </a:pP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Emergency</a:t>
            </a:r>
            <a:r>
              <a:rPr sz="1100" spc="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Checklist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98243" y="5908160"/>
            <a:ext cx="1645920" cy="955675"/>
          </a:xfrm>
          <a:prstGeom prst="rect">
            <a:avLst/>
          </a:prstGeom>
        </p:spPr>
        <p:txBody>
          <a:bodyPr vert="horz" wrap="square" lIns="0" tIns="193040" rIns="0" bIns="0" rtlCol="0">
            <a:spAutoFit/>
          </a:bodyPr>
          <a:lstStyle/>
          <a:p>
            <a:pPr marL="446405">
              <a:lnSpc>
                <a:spcPct val="100000"/>
              </a:lnSpc>
              <a:spcBef>
                <a:spcPts val="1520"/>
              </a:spcBef>
            </a:pPr>
            <a:r>
              <a:rPr sz="2050" b="1" spc="50" dirty="0">
                <a:solidFill>
                  <a:srgbClr val="FFFFFF"/>
                </a:solidFill>
                <a:latin typeface="Century Gothic"/>
                <a:cs typeface="Century Gothic"/>
              </a:rPr>
              <a:t>Requests</a:t>
            </a:r>
            <a:endParaRPr sz="2050">
              <a:latin typeface="Century Gothic"/>
              <a:cs typeface="Century Gothic"/>
            </a:endParaRPr>
          </a:p>
          <a:p>
            <a:pPr marL="200660" marR="494030" indent="-188595">
              <a:lnSpc>
                <a:spcPct val="101499"/>
              </a:lnSpc>
              <a:spcBef>
                <a:spcPts val="760"/>
              </a:spcBef>
              <a:buChar char="•"/>
              <a:tabLst>
                <a:tab pos="200660" algn="l"/>
              </a:tabLst>
            </a:pP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Track</a:t>
            </a:r>
            <a:r>
              <a:rPr sz="11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Incoming Requests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236142" y="5296100"/>
            <a:ext cx="717504" cy="717496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4269530" y="6052837"/>
            <a:ext cx="2686685" cy="9810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93345">
              <a:lnSpc>
                <a:spcPct val="100000"/>
              </a:lnSpc>
              <a:spcBef>
                <a:spcPts val="125"/>
              </a:spcBef>
            </a:pPr>
            <a:r>
              <a:rPr sz="2200" b="1" dirty="0">
                <a:solidFill>
                  <a:srgbClr val="FFFFFF"/>
                </a:solidFill>
                <a:latin typeface="Century Gothic"/>
                <a:cs typeface="Century Gothic"/>
              </a:rPr>
              <a:t>Task</a:t>
            </a:r>
            <a:r>
              <a:rPr sz="2200" b="1" spc="22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2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Management</a:t>
            </a:r>
            <a:endParaRPr sz="2200">
              <a:latin typeface="Century Gothic"/>
              <a:cs typeface="Century Gothic"/>
            </a:endParaRPr>
          </a:p>
          <a:p>
            <a:pPr marL="200660" indent="-187960">
              <a:lnSpc>
                <a:spcPct val="100000"/>
              </a:lnSpc>
              <a:spcBef>
                <a:spcPts val="855"/>
              </a:spcBef>
              <a:buChar char="•"/>
              <a:tabLst>
                <a:tab pos="200660" algn="l"/>
              </a:tabLst>
            </a:pP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Preparedness</a:t>
            </a:r>
            <a:r>
              <a:rPr sz="1100" spc="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Task</a:t>
            </a:r>
            <a:r>
              <a:rPr sz="1100" spc="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Management</a:t>
            </a:r>
            <a:endParaRPr sz="110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20"/>
              </a:spcBef>
              <a:buChar char="•"/>
              <a:tabLst>
                <a:tab pos="200660" algn="l"/>
              </a:tabLst>
            </a:pP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Incident</a:t>
            </a:r>
            <a:r>
              <a:rPr sz="11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Action</a:t>
            </a:r>
            <a:r>
              <a:rPr sz="11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Plan</a:t>
            </a:r>
            <a:r>
              <a:rPr sz="11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(IAP)</a:t>
            </a:r>
            <a:endParaRPr sz="110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20"/>
              </a:spcBef>
              <a:buChar char="•"/>
              <a:tabLst>
                <a:tab pos="200660" algn="l"/>
              </a:tabLst>
            </a:pP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Automated</a:t>
            </a: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FFFFFF"/>
                </a:solidFill>
                <a:latin typeface="Tahoma"/>
                <a:cs typeface="Tahoma"/>
              </a:rPr>
              <a:t>(IAP)</a:t>
            </a: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based</a:t>
            </a: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Contingency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95146" y="2841389"/>
            <a:ext cx="2219960" cy="150876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229870">
              <a:lnSpc>
                <a:spcPct val="100000"/>
              </a:lnSpc>
              <a:spcBef>
                <a:spcPts val="615"/>
              </a:spcBef>
            </a:pPr>
            <a:r>
              <a:rPr lang="en-GB" sz="24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Workforce</a:t>
            </a:r>
            <a:endParaRPr sz="2400" dirty="0">
              <a:latin typeface="Century Gothic"/>
              <a:cs typeface="Century Gothic"/>
            </a:endParaRPr>
          </a:p>
          <a:p>
            <a:pPr marL="200660" indent="-187960">
              <a:lnSpc>
                <a:spcPct val="100000"/>
              </a:lnSpc>
              <a:spcBef>
                <a:spcPts val="265"/>
              </a:spcBef>
              <a:buChar char="•"/>
              <a:tabLst>
                <a:tab pos="200660" algn="l"/>
              </a:tabLst>
            </a:pP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4Ws</a:t>
            </a:r>
            <a:r>
              <a:rPr sz="11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FFFFFF"/>
                </a:solidFill>
                <a:latin typeface="Tahoma"/>
                <a:cs typeface="Tahoma"/>
              </a:rPr>
              <a:t>(Who,</a:t>
            </a:r>
            <a:r>
              <a:rPr sz="11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Tahoma"/>
                <a:cs typeface="Tahoma"/>
              </a:rPr>
              <a:t>What,</a:t>
            </a:r>
            <a:r>
              <a:rPr sz="11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Tahoma"/>
                <a:cs typeface="Tahoma"/>
              </a:rPr>
              <a:t>Where,</a:t>
            </a:r>
            <a:r>
              <a:rPr sz="11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When)</a:t>
            </a:r>
            <a:endParaRPr sz="1100" dirty="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15"/>
              </a:spcBef>
              <a:buChar char="•"/>
              <a:tabLst>
                <a:tab pos="200660" algn="l"/>
              </a:tabLst>
            </a:pP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Staff</a:t>
            </a:r>
            <a:r>
              <a:rPr sz="11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sz="11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Rosters</a:t>
            </a:r>
            <a:r>
              <a:rPr sz="11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1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experts</a:t>
            </a:r>
            <a:endParaRPr sz="1100" dirty="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20"/>
              </a:spcBef>
              <a:buChar char="•"/>
              <a:tabLst>
                <a:tab pos="200660" algn="l"/>
              </a:tabLst>
            </a:pP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RRT</a:t>
            </a:r>
            <a:r>
              <a:rPr sz="11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1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Tahoma"/>
                <a:cs typeface="Tahoma"/>
              </a:rPr>
              <a:t>EMT</a:t>
            </a:r>
            <a:endParaRPr sz="1100" dirty="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20"/>
              </a:spcBef>
              <a:buChar char="•"/>
              <a:tabLst>
                <a:tab pos="200660" algn="l"/>
              </a:tabLst>
            </a:pP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Focal</a:t>
            </a:r>
            <a:r>
              <a:rPr sz="1100" spc="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points</a:t>
            </a:r>
            <a:endParaRPr sz="1100" dirty="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20"/>
              </a:spcBef>
              <a:buChar char="•"/>
              <a:tabLst>
                <a:tab pos="200660" algn="l"/>
              </a:tabLst>
            </a:pP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Partners</a:t>
            </a:r>
            <a:endParaRPr sz="1100" dirty="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20"/>
              </a:spcBef>
              <a:buChar char="•"/>
              <a:tabLst>
                <a:tab pos="200660" algn="l"/>
              </a:tabLst>
            </a:pP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Track</a:t>
            </a:r>
            <a:r>
              <a:rPr sz="11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Deployments</a:t>
            </a:r>
            <a:r>
              <a:rPr sz="110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10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Training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51561" y="2210477"/>
            <a:ext cx="685775" cy="685768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6853843" y="2789372"/>
            <a:ext cx="2244090" cy="1391285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504825">
              <a:lnSpc>
                <a:spcPct val="100000"/>
              </a:lnSpc>
              <a:spcBef>
                <a:spcPts val="1065"/>
              </a:spcBef>
            </a:pPr>
            <a:r>
              <a:rPr sz="2150" b="1" spc="100" dirty="0">
                <a:solidFill>
                  <a:srgbClr val="FFFFFF"/>
                </a:solidFill>
                <a:latin typeface="Century Gothic"/>
                <a:cs typeface="Century Gothic"/>
              </a:rPr>
              <a:t>STAR</a:t>
            </a:r>
            <a:endParaRPr sz="2150" dirty="0">
              <a:latin typeface="Century Gothic"/>
              <a:cs typeface="Century Gothic"/>
            </a:endParaRPr>
          </a:p>
          <a:p>
            <a:pPr marL="200660" indent="-187960">
              <a:lnSpc>
                <a:spcPct val="100000"/>
              </a:lnSpc>
              <a:spcBef>
                <a:spcPts val="520"/>
              </a:spcBef>
              <a:buChar char="•"/>
              <a:tabLst>
                <a:tab pos="200660" algn="l"/>
              </a:tabLst>
            </a:pP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Risk</a:t>
            </a:r>
            <a:r>
              <a:rPr sz="11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Matrix</a:t>
            </a:r>
            <a:endParaRPr sz="1100" dirty="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20"/>
              </a:spcBef>
              <a:buChar char="•"/>
              <a:tabLst>
                <a:tab pos="200660" algn="l"/>
              </a:tabLst>
            </a:pP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Risk</a:t>
            </a:r>
            <a:r>
              <a:rPr sz="11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Calendar</a:t>
            </a:r>
            <a:endParaRPr sz="1100" dirty="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20"/>
              </a:spcBef>
              <a:buChar char="•"/>
              <a:tabLst>
                <a:tab pos="200660" algn="l"/>
              </a:tabLst>
            </a:pP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Vulnerabilities</a:t>
            </a:r>
            <a:r>
              <a:rPr sz="1100" spc="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100" spc="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Capacities</a:t>
            </a:r>
            <a:endParaRPr sz="1100" dirty="0">
              <a:latin typeface="Tahoma"/>
              <a:cs typeface="Tahoma"/>
            </a:endParaRPr>
          </a:p>
          <a:p>
            <a:pPr marL="200660" marR="5080" indent="-188595">
              <a:lnSpc>
                <a:spcPct val="101499"/>
              </a:lnSpc>
              <a:buChar char="•"/>
              <a:tabLst>
                <a:tab pos="200660" algn="l"/>
              </a:tabLst>
            </a:pP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Four</a:t>
            </a:r>
            <a:r>
              <a:rPr sz="11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Geo-Admin</a:t>
            </a:r>
            <a:r>
              <a:rPr sz="11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levels</a:t>
            </a:r>
            <a:r>
              <a:rPr sz="11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(Country,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State,</a:t>
            </a: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District,</a:t>
            </a: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Tahoma"/>
                <a:cs typeface="Tahoma"/>
              </a:rPr>
              <a:t>HF)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379754" y="2210477"/>
            <a:ext cx="685768" cy="685768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6853849" y="6037764"/>
            <a:ext cx="2804795" cy="11664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37870">
              <a:lnSpc>
                <a:spcPct val="100000"/>
              </a:lnSpc>
              <a:spcBef>
                <a:spcPts val="125"/>
              </a:spcBef>
            </a:pPr>
            <a:r>
              <a:rPr sz="2200" b="1" spc="-25" dirty="0">
                <a:solidFill>
                  <a:srgbClr val="FFFFFF"/>
                </a:solidFill>
                <a:latin typeface="Century Gothic"/>
                <a:cs typeface="Century Gothic"/>
              </a:rPr>
              <a:t>IMS</a:t>
            </a:r>
            <a:endParaRPr sz="2200" dirty="0">
              <a:latin typeface="Century Gothic"/>
              <a:cs typeface="Century Gothic"/>
            </a:endParaRPr>
          </a:p>
          <a:p>
            <a:pPr marL="200660" indent="-187960">
              <a:lnSpc>
                <a:spcPct val="100000"/>
              </a:lnSpc>
              <a:spcBef>
                <a:spcPts val="975"/>
              </a:spcBef>
              <a:buChar char="•"/>
              <a:tabLst>
                <a:tab pos="200660" algn="l"/>
              </a:tabLst>
            </a:pP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IMS</a:t>
            </a:r>
            <a:r>
              <a:rPr sz="11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Structure</a:t>
            </a:r>
            <a:endParaRPr sz="1100" dirty="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20"/>
              </a:spcBef>
              <a:buChar char="•"/>
              <a:tabLst>
                <a:tab pos="200660" algn="l"/>
              </a:tabLst>
            </a:pP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Flexible</a:t>
            </a:r>
            <a:r>
              <a:rPr sz="11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(create</a:t>
            </a:r>
            <a:r>
              <a:rPr sz="11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and/or</a:t>
            </a:r>
            <a:r>
              <a:rPr sz="11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change</a:t>
            </a:r>
            <a:r>
              <a:rPr sz="11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functions)</a:t>
            </a:r>
            <a:endParaRPr sz="1100" dirty="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15"/>
              </a:spcBef>
              <a:buChar char="•"/>
              <a:tabLst>
                <a:tab pos="200660" algn="l"/>
              </a:tabLst>
            </a:pP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Predeﬁned</a:t>
            </a:r>
            <a:r>
              <a:rPr sz="1100" spc="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ToRs</a:t>
            </a:r>
            <a:endParaRPr sz="1100" dirty="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20"/>
              </a:spcBef>
              <a:buChar char="•"/>
              <a:tabLst>
                <a:tab pos="200660" algn="l"/>
              </a:tabLst>
            </a:pP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Predeﬁned</a:t>
            </a:r>
            <a:r>
              <a:rPr sz="1100" spc="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Response</a:t>
            </a:r>
            <a:r>
              <a:rPr sz="1100" spc="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Objectives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476946" y="5316076"/>
            <a:ext cx="647365" cy="647365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6853849" y="8742076"/>
            <a:ext cx="2735580" cy="1343660"/>
          </a:xfrm>
          <a:prstGeom prst="rect">
            <a:avLst/>
          </a:prstGeom>
        </p:spPr>
        <p:txBody>
          <a:bodyPr vert="horz" wrap="square" lIns="0" tIns="214629" rIns="0" bIns="0" rtlCol="0">
            <a:spAutoFit/>
          </a:bodyPr>
          <a:lstStyle/>
          <a:p>
            <a:pPr marL="468630">
              <a:lnSpc>
                <a:spcPct val="100000"/>
              </a:lnSpc>
              <a:spcBef>
                <a:spcPts val="1689"/>
              </a:spcBef>
            </a:pPr>
            <a:r>
              <a:rPr lang="en-US" sz="22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Supply Chain</a:t>
            </a:r>
            <a:endParaRPr sz="2200" dirty="0">
              <a:latin typeface="Century Gothic"/>
              <a:cs typeface="Century Gothic"/>
            </a:endParaRPr>
          </a:p>
          <a:p>
            <a:pPr marL="200660" marR="135255" indent="-188595">
              <a:lnSpc>
                <a:spcPct val="101499"/>
              </a:lnSpc>
              <a:spcBef>
                <a:spcPts val="785"/>
              </a:spcBef>
              <a:buChar char="•"/>
              <a:tabLst>
                <a:tab pos="200660" algn="l"/>
              </a:tabLst>
            </a:pP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Manage</a:t>
            </a:r>
            <a:r>
              <a:rPr sz="1100" spc="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multiple</a:t>
            </a:r>
            <a:r>
              <a:rPr sz="1100" spc="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warehouses</a:t>
            </a:r>
            <a:r>
              <a:rPr sz="1100" spc="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(internal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and/or</a:t>
            </a: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external)</a:t>
            </a:r>
            <a:endParaRPr sz="1100" dirty="0">
              <a:latin typeface="Tahoma"/>
              <a:cs typeface="Tahoma"/>
            </a:endParaRPr>
          </a:p>
          <a:p>
            <a:pPr marL="200660" marR="5080" indent="-188595">
              <a:lnSpc>
                <a:spcPct val="101499"/>
              </a:lnSpc>
              <a:buChar char="•"/>
              <a:tabLst>
                <a:tab pos="200660" algn="l"/>
              </a:tabLst>
            </a:pP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Track</a:t>
            </a:r>
            <a:r>
              <a:rPr sz="1100" spc="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supplies/equipment</a:t>
            </a:r>
            <a:r>
              <a:rPr sz="1100" spc="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used</a:t>
            </a:r>
            <a:r>
              <a:rPr sz="1100" spc="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100" spc="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each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emergency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526639" y="8254434"/>
            <a:ext cx="686705" cy="64736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0398249" y="8742076"/>
            <a:ext cx="2774950" cy="1173480"/>
          </a:xfrm>
          <a:prstGeom prst="rect">
            <a:avLst/>
          </a:prstGeom>
        </p:spPr>
        <p:txBody>
          <a:bodyPr vert="horz" wrap="square" lIns="0" tIns="214629" rIns="0" bIns="0" rtlCol="0">
            <a:spAutoFit/>
          </a:bodyPr>
          <a:lstStyle/>
          <a:p>
            <a:pPr marL="474345">
              <a:lnSpc>
                <a:spcPct val="100000"/>
              </a:lnSpc>
              <a:spcBef>
                <a:spcPts val="1689"/>
              </a:spcBef>
            </a:pPr>
            <a:r>
              <a:rPr sz="2200" b="1" spc="100" dirty="0">
                <a:solidFill>
                  <a:srgbClr val="FFFFFF"/>
                </a:solidFill>
                <a:latin typeface="Century Gothic"/>
                <a:cs typeface="Century Gothic"/>
              </a:rPr>
              <a:t>E-</a:t>
            </a:r>
            <a:r>
              <a:rPr sz="22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learning</a:t>
            </a:r>
            <a:endParaRPr sz="2200" dirty="0">
              <a:latin typeface="Century Gothic"/>
              <a:cs typeface="Century Gothic"/>
            </a:endParaRPr>
          </a:p>
          <a:p>
            <a:pPr marL="200660" indent="-187960">
              <a:lnSpc>
                <a:spcPct val="100000"/>
              </a:lnSpc>
              <a:spcBef>
                <a:spcPts val="805"/>
              </a:spcBef>
              <a:buChar char="•"/>
              <a:tabLst>
                <a:tab pos="200660" algn="l"/>
              </a:tabLst>
            </a:pP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Develop</a:t>
            </a: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1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host</a:t>
            </a:r>
            <a:r>
              <a:rPr sz="11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tailored</a:t>
            </a:r>
            <a:r>
              <a:rPr sz="11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online</a:t>
            </a: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courses</a:t>
            </a:r>
            <a:endParaRPr sz="1100" dirty="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20"/>
              </a:spcBef>
              <a:buChar char="•"/>
              <a:tabLst>
                <a:tab pos="200660" algn="l"/>
              </a:tabLst>
            </a:pP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Track</a:t>
            </a: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trainee’s</a:t>
            </a: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progress</a:t>
            </a:r>
            <a:endParaRPr sz="1100" dirty="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20"/>
              </a:spcBef>
              <a:buChar char="•"/>
              <a:tabLst>
                <a:tab pos="200660" algn="l"/>
              </a:tabLst>
            </a:pP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Gamiﬁcation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learning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experience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22" name="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327017" y="8254432"/>
            <a:ext cx="647365" cy="647365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254361" y="8237583"/>
            <a:ext cx="681067" cy="681067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14060365" y="8974182"/>
            <a:ext cx="3150870" cy="9417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b="1" dirty="0">
                <a:solidFill>
                  <a:srgbClr val="FFFFFF"/>
                </a:solidFill>
                <a:latin typeface="Century Gothic"/>
                <a:cs typeface="Century Gothic"/>
              </a:rPr>
              <a:t>Dashboards</a:t>
            </a:r>
            <a:r>
              <a:rPr sz="1950" b="1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950" b="1" spc="-40" dirty="0">
                <a:solidFill>
                  <a:srgbClr val="FFFFFF"/>
                </a:solidFill>
                <a:latin typeface="Century Gothic"/>
                <a:cs typeface="Century Gothic"/>
              </a:rPr>
              <a:t>and</a:t>
            </a:r>
            <a:r>
              <a:rPr sz="1950" b="1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950" b="1" spc="50" dirty="0">
                <a:solidFill>
                  <a:srgbClr val="FFFFFF"/>
                </a:solidFill>
                <a:latin typeface="Century Gothic"/>
                <a:cs typeface="Century Gothic"/>
              </a:rPr>
              <a:t>Reports</a:t>
            </a:r>
            <a:endParaRPr sz="1950" dirty="0">
              <a:latin typeface="Century Gothic"/>
              <a:cs typeface="Century Gothic"/>
            </a:endParaRPr>
          </a:p>
          <a:p>
            <a:pPr marL="410209" indent="-188595">
              <a:lnSpc>
                <a:spcPct val="100000"/>
              </a:lnSpc>
              <a:spcBef>
                <a:spcPts val="840"/>
              </a:spcBef>
              <a:buChar char="•"/>
              <a:tabLst>
                <a:tab pos="410209" algn="l"/>
              </a:tabLst>
            </a:pP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Integrated</a:t>
            </a:r>
            <a:r>
              <a:rPr sz="1100" spc="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dashboards</a:t>
            </a:r>
            <a:r>
              <a:rPr sz="1100" spc="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across</a:t>
            </a:r>
            <a:r>
              <a:rPr sz="1100" spc="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modules</a:t>
            </a:r>
            <a:endParaRPr sz="1100" dirty="0">
              <a:latin typeface="Tahoma"/>
              <a:cs typeface="Tahoma"/>
            </a:endParaRPr>
          </a:p>
          <a:p>
            <a:pPr marL="410209" marR="5080" indent="-188595">
              <a:lnSpc>
                <a:spcPct val="101499"/>
              </a:lnSpc>
              <a:buChar char="•"/>
              <a:tabLst>
                <a:tab pos="410209" algn="l"/>
              </a:tabLst>
            </a:pP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Monitoring</a:t>
            </a: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Evaluation</a:t>
            </a: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FFFFFF"/>
                </a:solidFill>
                <a:latin typeface="Tahoma"/>
                <a:cs typeface="Tahoma"/>
              </a:rPr>
              <a:t>(M&amp;E)</a:t>
            </a: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performance 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KPIs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398112" y="2775400"/>
            <a:ext cx="2610485" cy="1574800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814069">
              <a:lnSpc>
                <a:spcPct val="100000"/>
              </a:lnSpc>
              <a:spcBef>
                <a:spcPts val="1205"/>
              </a:spcBef>
            </a:pPr>
            <a:r>
              <a:rPr sz="2050" b="1" spc="55" dirty="0">
                <a:solidFill>
                  <a:srgbClr val="FFFFFF"/>
                </a:solidFill>
                <a:latin typeface="Century Gothic"/>
                <a:cs typeface="Century Gothic"/>
              </a:rPr>
              <a:t>Signals</a:t>
            </a:r>
            <a:endParaRPr sz="2050" dirty="0">
              <a:latin typeface="Century Gothic"/>
              <a:cs typeface="Century Gothic"/>
            </a:endParaRPr>
          </a:p>
          <a:p>
            <a:pPr marL="200660" indent="-187960">
              <a:lnSpc>
                <a:spcPct val="100000"/>
              </a:lnSpc>
              <a:spcBef>
                <a:spcPts val="610"/>
              </a:spcBef>
              <a:buChar char="•"/>
              <a:tabLst>
                <a:tab pos="200660" algn="l"/>
              </a:tabLst>
            </a:pP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EBS,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Tahoma"/>
                <a:cs typeface="Tahoma"/>
              </a:rPr>
              <a:t>PHI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and/or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PHEOC</a:t>
            </a:r>
            <a:r>
              <a:rPr sz="11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Watch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mode.</a:t>
            </a:r>
            <a:endParaRPr sz="1100" dirty="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20"/>
              </a:spcBef>
              <a:buChar char="•"/>
              <a:tabLst>
                <a:tab pos="200660" algn="l"/>
              </a:tabLst>
            </a:pP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Triage</a:t>
            </a: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Veriﬁcation</a:t>
            </a: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process</a:t>
            </a:r>
            <a:endParaRPr sz="1100" dirty="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20"/>
              </a:spcBef>
              <a:buChar char="•"/>
              <a:tabLst>
                <a:tab pos="200660" algn="l"/>
              </a:tabLst>
            </a:pP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Initial</a:t>
            </a:r>
            <a:r>
              <a:rPr sz="11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Risk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Assessment</a:t>
            </a:r>
            <a:endParaRPr sz="1100" dirty="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20"/>
              </a:spcBef>
              <a:buChar char="•"/>
              <a:tabLst>
                <a:tab pos="200660" algn="l"/>
              </a:tabLst>
            </a:pP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SITREPs</a:t>
            </a:r>
            <a:r>
              <a:rPr sz="11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sz="11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SPOTREPs</a:t>
            </a:r>
            <a:endParaRPr sz="1100" dirty="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20"/>
              </a:spcBef>
              <a:buChar char="•"/>
              <a:tabLst>
                <a:tab pos="200660" algn="l"/>
              </a:tabLst>
            </a:pP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Track</a:t>
            </a:r>
            <a:r>
              <a:rPr sz="1100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Early</a:t>
            </a:r>
            <a:r>
              <a:rPr sz="1100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Response</a:t>
            </a:r>
            <a:r>
              <a:rPr sz="1100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Actions</a:t>
            </a:r>
            <a:endParaRPr sz="1100" dirty="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20"/>
              </a:spcBef>
              <a:buChar char="•"/>
              <a:tabLst>
                <a:tab pos="200660" algn="l"/>
              </a:tabLst>
            </a:pP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Multi-Sectorial</a:t>
            </a:r>
            <a:r>
              <a:rPr sz="1100" spc="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Tahoma"/>
                <a:cs typeface="Tahoma"/>
              </a:rPr>
              <a:t>(One</a:t>
            </a:r>
            <a:r>
              <a:rPr sz="1100" spc="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Health)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26" name="object 2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307950" y="2210477"/>
            <a:ext cx="685768" cy="685768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14269530" y="2763034"/>
            <a:ext cx="2641600" cy="1247140"/>
          </a:xfrm>
          <a:prstGeom prst="rect">
            <a:avLst/>
          </a:prstGeom>
        </p:spPr>
        <p:txBody>
          <a:bodyPr vert="horz" wrap="square" lIns="0" tIns="169545" rIns="0" bIns="0" rtlCol="0">
            <a:spAutoFit/>
          </a:bodyPr>
          <a:lstStyle/>
          <a:p>
            <a:pPr marL="81915">
              <a:lnSpc>
                <a:spcPct val="100000"/>
              </a:lnSpc>
              <a:spcBef>
                <a:spcPts val="1335"/>
              </a:spcBef>
            </a:pPr>
            <a:r>
              <a:rPr sz="1950" b="1" spc="-25" dirty="0">
                <a:solidFill>
                  <a:srgbClr val="FFFFFF"/>
                </a:solidFill>
                <a:latin typeface="Century Gothic"/>
                <a:cs typeface="Century Gothic"/>
              </a:rPr>
              <a:t>Coms</a:t>
            </a:r>
            <a:r>
              <a:rPr sz="1950" b="1" spc="-2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950" b="1" dirty="0">
                <a:solidFill>
                  <a:srgbClr val="FFFFFF"/>
                </a:solidFill>
                <a:latin typeface="Century Gothic"/>
                <a:cs typeface="Century Gothic"/>
              </a:rPr>
              <a:t>&amp;</a:t>
            </a:r>
            <a:r>
              <a:rPr sz="1950" b="1" spc="-2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95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Notiﬁcations</a:t>
            </a:r>
            <a:endParaRPr sz="1950" dirty="0">
              <a:latin typeface="Century Gothic"/>
              <a:cs typeface="Century Gothic"/>
            </a:endParaRPr>
          </a:p>
          <a:p>
            <a:pPr marL="200660" indent="-187960">
              <a:lnSpc>
                <a:spcPct val="100000"/>
              </a:lnSpc>
              <a:spcBef>
                <a:spcPts val="700"/>
              </a:spcBef>
              <a:buChar char="•"/>
              <a:tabLst>
                <a:tab pos="200660" algn="l"/>
              </a:tabLst>
            </a:pP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Mass</a:t>
            </a:r>
            <a:r>
              <a:rPr sz="1100" spc="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Email</a:t>
            </a:r>
            <a:r>
              <a:rPr sz="1100" spc="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Notiﬁcation</a:t>
            </a:r>
            <a:endParaRPr sz="1100" dirty="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20"/>
              </a:spcBef>
              <a:buChar char="•"/>
              <a:tabLst>
                <a:tab pos="200660" algn="l"/>
              </a:tabLst>
            </a:pP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WhatsApp</a:t>
            </a:r>
            <a:endParaRPr sz="1100" dirty="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20"/>
              </a:spcBef>
              <a:buChar char="•"/>
              <a:tabLst>
                <a:tab pos="200660" algn="l"/>
              </a:tabLst>
            </a:pPr>
            <a:r>
              <a:rPr sz="1100" spc="-25" dirty="0">
                <a:solidFill>
                  <a:srgbClr val="FFFFFF"/>
                </a:solidFill>
                <a:latin typeface="Tahoma"/>
                <a:cs typeface="Tahoma"/>
              </a:rPr>
              <a:t>SMS</a:t>
            </a:r>
            <a:endParaRPr sz="1100" dirty="0">
              <a:latin typeface="Tahoma"/>
              <a:cs typeface="Tahoma"/>
            </a:endParaRPr>
          </a:p>
          <a:p>
            <a:pPr marL="200660" indent="-187960">
              <a:lnSpc>
                <a:spcPct val="100000"/>
              </a:lnSpc>
              <a:spcBef>
                <a:spcPts val="20"/>
              </a:spcBef>
              <a:buChar char="•"/>
              <a:tabLst>
                <a:tab pos="200660" algn="l"/>
              </a:tabLst>
            </a:pP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Rapid</a:t>
            </a:r>
            <a:r>
              <a:rPr sz="11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Tahoma"/>
                <a:cs typeface="Tahoma"/>
              </a:rPr>
              <a:t>Pro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28" name="object 2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5236142" y="2210477"/>
            <a:ext cx="685774" cy="685768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784070" y="7889738"/>
            <a:ext cx="14478933" cy="20920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779811" y="4884835"/>
            <a:ext cx="14483192" cy="20920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972506" y="5316074"/>
            <a:ext cx="739505" cy="739505"/>
          </a:xfrm>
          <a:prstGeom prst="rect">
            <a:avLst/>
          </a:prstGeom>
        </p:spPr>
      </p:pic>
      <p:sp>
        <p:nvSpPr>
          <p:cNvPr id="32" name="object 32"/>
          <p:cNvSpPr/>
          <p:nvPr/>
        </p:nvSpPr>
        <p:spPr>
          <a:xfrm>
            <a:off x="0" y="11298085"/>
            <a:ext cx="20104100" cy="10795"/>
          </a:xfrm>
          <a:custGeom>
            <a:avLst/>
            <a:gdLst/>
            <a:ahLst/>
            <a:cxnLst/>
            <a:rect l="l" t="t" r="r" b="b"/>
            <a:pathLst>
              <a:path w="20104100" h="10795">
                <a:moveTo>
                  <a:pt x="20104100" y="0"/>
                </a:moveTo>
                <a:lnTo>
                  <a:pt x="0" y="0"/>
                </a:lnTo>
                <a:lnTo>
                  <a:pt x="0" y="10470"/>
                </a:lnTo>
                <a:lnTo>
                  <a:pt x="20104100" y="10470"/>
                </a:lnTo>
                <a:lnTo>
                  <a:pt x="20104100" y="0"/>
                </a:lnTo>
                <a:close/>
              </a:path>
            </a:pathLst>
          </a:custGeom>
          <a:solidFill>
            <a:srgbClr val="BD4A5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585000" y="3015352"/>
            <a:ext cx="2240280" cy="763270"/>
            <a:chOff x="5585000" y="3015352"/>
            <a:chExt cx="2240280" cy="763270"/>
          </a:xfrm>
        </p:grpSpPr>
        <p:sp>
          <p:nvSpPr>
            <p:cNvPr id="3" name="object 3"/>
            <p:cNvSpPr/>
            <p:nvPr/>
          </p:nvSpPr>
          <p:spPr>
            <a:xfrm>
              <a:off x="5595477" y="3025830"/>
              <a:ext cx="5715" cy="367665"/>
            </a:xfrm>
            <a:custGeom>
              <a:avLst/>
              <a:gdLst/>
              <a:ahLst/>
              <a:cxnLst/>
              <a:rect l="l" t="t" r="r" b="b"/>
              <a:pathLst>
                <a:path w="5714" h="367664">
                  <a:moveTo>
                    <a:pt x="0" y="367569"/>
                  </a:moveTo>
                  <a:lnTo>
                    <a:pt x="5204" y="0"/>
                  </a:lnTo>
                </a:path>
              </a:pathLst>
            </a:custGeom>
            <a:ln w="20941">
              <a:solidFill>
                <a:srgbClr val="FFFC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809367" y="3406338"/>
              <a:ext cx="5715" cy="361950"/>
            </a:xfrm>
            <a:custGeom>
              <a:avLst/>
              <a:gdLst/>
              <a:ahLst/>
              <a:cxnLst/>
              <a:rect l="l" t="t" r="r" b="b"/>
              <a:pathLst>
                <a:path w="5715" h="361950">
                  <a:moveTo>
                    <a:pt x="0" y="361538"/>
                  </a:moveTo>
                  <a:lnTo>
                    <a:pt x="5204" y="0"/>
                  </a:lnTo>
                </a:path>
              </a:pathLst>
            </a:custGeom>
            <a:ln w="20941">
              <a:solidFill>
                <a:srgbClr val="FFFC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979213" y="2729194"/>
            <a:ext cx="1212215" cy="2482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b="1" dirty="0">
                <a:solidFill>
                  <a:srgbClr val="FFFFFF"/>
                </a:solidFill>
                <a:latin typeface="Calibri"/>
                <a:cs typeface="Calibri"/>
              </a:rPr>
              <a:t>Manage</a:t>
            </a:r>
            <a:r>
              <a:rPr sz="1450" b="1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spc="-10" dirty="0">
                <a:solidFill>
                  <a:srgbClr val="FFFFFF"/>
                </a:solidFill>
                <a:latin typeface="Calibri"/>
                <a:cs typeface="Calibri"/>
              </a:rPr>
              <a:t>Actors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93350" y="3779095"/>
            <a:ext cx="1795145" cy="4705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8275" marR="5080" indent="-156210">
              <a:lnSpc>
                <a:spcPct val="100600"/>
              </a:lnSpc>
              <a:spcBef>
                <a:spcPts val="95"/>
              </a:spcBef>
            </a:pPr>
            <a:r>
              <a:rPr sz="1450" b="1" spc="60" dirty="0">
                <a:solidFill>
                  <a:srgbClr val="FFFFFF"/>
                </a:solidFill>
                <a:latin typeface="Calibri"/>
                <a:cs typeface="Calibri"/>
              </a:rPr>
              <a:t>Schedule</a:t>
            </a:r>
            <a:r>
              <a:rPr sz="145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spc="5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45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spc="-10" dirty="0">
                <a:solidFill>
                  <a:srgbClr val="FFFFFF"/>
                </a:solidFill>
                <a:latin typeface="Calibri"/>
                <a:cs typeface="Calibri"/>
              </a:rPr>
              <a:t>Manage </a:t>
            </a:r>
            <a:r>
              <a:rPr sz="1450" b="1" spc="55" dirty="0">
                <a:solidFill>
                  <a:srgbClr val="FFFFFF"/>
                </a:solidFill>
                <a:latin typeface="Calibri"/>
                <a:cs typeface="Calibri"/>
              </a:rPr>
              <a:t>Capacity-</a:t>
            </a:r>
            <a:r>
              <a:rPr sz="1450" b="1" spc="50" dirty="0">
                <a:solidFill>
                  <a:srgbClr val="FFFFFF"/>
                </a:solidFill>
                <a:latin typeface="Calibri"/>
                <a:cs typeface="Calibri"/>
              </a:rPr>
              <a:t>Building</a:t>
            </a:r>
            <a:endParaRPr sz="145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982836" y="3015351"/>
            <a:ext cx="2262505" cy="767080"/>
            <a:chOff x="9982836" y="3015351"/>
            <a:chExt cx="2262505" cy="767080"/>
          </a:xfrm>
        </p:grpSpPr>
        <p:sp>
          <p:nvSpPr>
            <p:cNvPr id="8" name="object 8"/>
            <p:cNvSpPr/>
            <p:nvPr/>
          </p:nvSpPr>
          <p:spPr>
            <a:xfrm>
              <a:off x="9993313" y="3025829"/>
              <a:ext cx="5715" cy="368935"/>
            </a:xfrm>
            <a:custGeom>
              <a:avLst/>
              <a:gdLst/>
              <a:ahLst/>
              <a:cxnLst/>
              <a:rect l="l" t="t" r="r" b="b"/>
              <a:pathLst>
                <a:path w="5715" h="368935">
                  <a:moveTo>
                    <a:pt x="0" y="368857"/>
                  </a:moveTo>
                  <a:lnTo>
                    <a:pt x="5204" y="0"/>
                  </a:lnTo>
                </a:path>
              </a:pathLst>
            </a:custGeom>
            <a:ln w="20941">
              <a:solidFill>
                <a:srgbClr val="FFFC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229375" y="3409914"/>
              <a:ext cx="5715" cy="362585"/>
            </a:xfrm>
            <a:custGeom>
              <a:avLst/>
              <a:gdLst/>
              <a:ahLst/>
              <a:cxnLst/>
              <a:rect l="l" t="t" r="r" b="b"/>
              <a:pathLst>
                <a:path w="5715" h="362585">
                  <a:moveTo>
                    <a:pt x="0" y="362030"/>
                  </a:moveTo>
                  <a:lnTo>
                    <a:pt x="5204" y="0"/>
                  </a:lnTo>
                </a:path>
              </a:pathLst>
            </a:custGeom>
            <a:ln w="20941">
              <a:solidFill>
                <a:srgbClr val="FFFC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204318" y="2728131"/>
            <a:ext cx="1588770" cy="2482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b="1" dirty="0">
                <a:solidFill>
                  <a:srgbClr val="FFFFFF"/>
                </a:solidFill>
                <a:latin typeface="Calibri"/>
                <a:cs typeface="Calibri"/>
              </a:rPr>
              <a:t>Update</a:t>
            </a:r>
            <a:r>
              <a:rPr sz="1450" b="1" spc="70" dirty="0">
                <a:solidFill>
                  <a:srgbClr val="FFFFFF"/>
                </a:solidFill>
                <a:latin typeface="Calibri"/>
                <a:cs typeface="Calibri"/>
              </a:rPr>
              <a:t> Risk</a:t>
            </a:r>
            <a:r>
              <a:rPr sz="1450" b="1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spc="35" dirty="0">
                <a:solidFill>
                  <a:srgbClr val="FFFFFF"/>
                </a:solidFill>
                <a:latin typeface="Calibri"/>
                <a:cs typeface="Calibri"/>
              </a:rPr>
              <a:t>Profile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080370" y="3777832"/>
            <a:ext cx="2298700" cy="4705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98755">
              <a:lnSpc>
                <a:spcPct val="100600"/>
              </a:lnSpc>
              <a:spcBef>
                <a:spcPts val="95"/>
              </a:spcBef>
            </a:pPr>
            <a:r>
              <a:rPr sz="1450" b="1" spc="20" dirty="0">
                <a:solidFill>
                  <a:srgbClr val="FFFFFF"/>
                </a:solidFill>
                <a:latin typeface="Calibri"/>
                <a:cs typeface="Calibri"/>
              </a:rPr>
              <a:t>Document</a:t>
            </a:r>
            <a:r>
              <a:rPr sz="1450" b="1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spc="5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450" b="1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spc="35" dirty="0">
                <a:solidFill>
                  <a:srgbClr val="FFFFFF"/>
                </a:solidFill>
                <a:latin typeface="Calibri"/>
                <a:cs typeface="Calibri"/>
              </a:rPr>
              <a:t>Prepare </a:t>
            </a:r>
            <a:r>
              <a:rPr sz="1450" b="1" spc="60" dirty="0">
                <a:solidFill>
                  <a:srgbClr val="FFFFFF"/>
                </a:solidFill>
                <a:latin typeface="Calibri"/>
                <a:cs typeface="Calibri"/>
              </a:rPr>
              <a:t>Preliminary</a:t>
            </a:r>
            <a:r>
              <a:rPr sz="145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spc="50" dirty="0">
                <a:solidFill>
                  <a:srgbClr val="FFFFFF"/>
                </a:solidFill>
                <a:latin typeface="Calibri"/>
                <a:cs typeface="Calibri"/>
              </a:rPr>
              <a:t>Response</a:t>
            </a:r>
            <a:r>
              <a:rPr sz="145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spc="50" dirty="0">
                <a:solidFill>
                  <a:srgbClr val="FFFFFF"/>
                </a:solidFill>
                <a:latin typeface="Calibri"/>
                <a:cs typeface="Calibri"/>
              </a:rPr>
              <a:t>Plans</a:t>
            </a:r>
            <a:endParaRPr sz="145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4374206" y="2981939"/>
            <a:ext cx="3014345" cy="434340"/>
            <a:chOff x="14374206" y="2981939"/>
            <a:chExt cx="3014345" cy="434340"/>
          </a:xfrm>
        </p:grpSpPr>
        <p:sp>
          <p:nvSpPr>
            <p:cNvPr id="13" name="object 13"/>
            <p:cNvSpPr/>
            <p:nvPr/>
          </p:nvSpPr>
          <p:spPr>
            <a:xfrm>
              <a:off x="14384683" y="3041836"/>
              <a:ext cx="5715" cy="354965"/>
            </a:xfrm>
            <a:custGeom>
              <a:avLst/>
              <a:gdLst/>
              <a:ahLst/>
              <a:cxnLst/>
              <a:rect l="l" t="t" r="r" b="b"/>
              <a:pathLst>
                <a:path w="5715" h="354964">
                  <a:moveTo>
                    <a:pt x="0" y="354722"/>
                  </a:moveTo>
                  <a:lnTo>
                    <a:pt x="5204" y="0"/>
                  </a:lnTo>
                </a:path>
              </a:pathLst>
            </a:custGeom>
            <a:ln w="20941">
              <a:solidFill>
                <a:srgbClr val="FFFC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372623" y="2992416"/>
              <a:ext cx="5715" cy="413384"/>
            </a:xfrm>
            <a:custGeom>
              <a:avLst/>
              <a:gdLst/>
              <a:ahLst/>
              <a:cxnLst/>
              <a:rect l="l" t="t" r="r" b="b"/>
              <a:pathLst>
                <a:path w="5715" h="413385">
                  <a:moveTo>
                    <a:pt x="0" y="413013"/>
                  </a:moveTo>
                  <a:lnTo>
                    <a:pt x="5204" y="0"/>
                  </a:lnTo>
                </a:path>
              </a:pathLst>
            </a:custGeom>
            <a:ln w="20941">
              <a:solidFill>
                <a:srgbClr val="FFFC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3357280" y="2497623"/>
            <a:ext cx="2054860" cy="4705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260" marR="5080" indent="-36195">
              <a:lnSpc>
                <a:spcPct val="100600"/>
              </a:lnSpc>
              <a:spcBef>
                <a:spcPts val="95"/>
              </a:spcBef>
            </a:pPr>
            <a:r>
              <a:rPr sz="1450" b="1" spc="45" dirty="0">
                <a:solidFill>
                  <a:srgbClr val="FFFFFF"/>
                </a:solidFill>
                <a:latin typeface="Calibri"/>
                <a:cs typeface="Calibri"/>
              </a:rPr>
              <a:t>Perform</a:t>
            </a:r>
            <a:r>
              <a:rPr sz="1450" b="1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spc="30" dirty="0">
                <a:solidFill>
                  <a:srgbClr val="FFFFFF"/>
                </a:solidFill>
                <a:latin typeface="Calibri"/>
                <a:cs typeface="Calibri"/>
              </a:rPr>
              <a:t>Assessments</a:t>
            </a:r>
            <a:r>
              <a:rPr sz="1450" b="1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spc="-25" dirty="0">
                <a:solidFill>
                  <a:srgbClr val="FFFFFF"/>
                </a:solidFill>
                <a:latin typeface="Calibri"/>
                <a:cs typeface="Calibri"/>
              </a:rPr>
              <a:t>for </a:t>
            </a:r>
            <a:r>
              <a:rPr sz="1450" b="1" spc="20" dirty="0">
                <a:solidFill>
                  <a:srgbClr val="FFFFFF"/>
                </a:solidFill>
                <a:latin typeface="Calibri"/>
                <a:cs typeface="Calibri"/>
              </a:rPr>
              <a:t>Enhanced</a:t>
            </a:r>
            <a:r>
              <a:rPr sz="1450" b="1" spc="1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spc="40" dirty="0">
                <a:solidFill>
                  <a:srgbClr val="FFFFFF"/>
                </a:solidFill>
                <a:latin typeface="Calibri"/>
                <a:cs typeface="Calibri"/>
              </a:rPr>
              <a:t>Preparedness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652154" y="2713161"/>
            <a:ext cx="1441450" cy="2482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b="1" spc="10" dirty="0">
                <a:solidFill>
                  <a:srgbClr val="FFFFFF"/>
                </a:solidFill>
                <a:latin typeface="Calibri"/>
                <a:cs typeface="Calibri"/>
              </a:rPr>
              <a:t>Detecting</a:t>
            </a:r>
            <a:r>
              <a:rPr sz="1450" b="1" spc="2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spc="60" dirty="0">
                <a:solidFill>
                  <a:srgbClr val="FFFFFF"/>
                </a:solidFill>
                <a:latin typeface="Calibri"/>
                <a:cs typeface="Calibri"/>
              </a:rPr>
              <a:t>Signals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6030804" y="6266291"/>
            <a:ext cx="5715" cy="364490"/>
          </a:xfrm>
          <a:custGeom>
            <a:avLst/>
            <a:gdLst/>
            <a:ahLst/>
            <a:cxnLst/>
            <a:rect l="l" t="t" r="r" b="b"/>
            <a:pathLst>
              <a:path w="5715" h="364490">
                <a:moveTo>
                  <a:pt x="0" y="363957"/>
                </a:moveTo>
                <a:lnTo>
                  <a:pt x="5204" y="0"/>
                </a:lnTo>
              </a:path>
            </a:pathLst>
          </a:custGeom>
          <a:ln w="20941">
            <a:solidFill>
              <a:srgbClr val="FFFC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4663596" y="5732543"/>
            <a:ext cx="2734945" cy="4705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15595">
              <a:lnSpc>
                <a:spcPct val="100600"/>
              </a:lnSpc>
              <a:spcBef>
                <a:spcPts val="95"/>
              </a:spcBef>
            </a:pPr>
            <a:r>
              <a:rPr sz="1450" b="1" spc="20" dirty="0">
                <a:solidFill>
                  <a:srgbClr val="FFFFFF"/>
                </a:solidFill>
                <a:latin typeface="Calibri"/>
                <a:cs typeface="Calibri"/>
              </a:rPr>
              <a:t>Notify</a:t>
            </a:r>
            <a:r>
              <a:rPr sz="1450" b="1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spc="20" dirty="0">
                <a:solidFill>
                  <a:srgbClr val="FFFFFF"/>
                </a:solidFill>
                <a:latin typeface="Calibri"/>
                <a:cs typeface="Calibri"/>
              </a:rPr>
              <a:t>Relevant</a:t>
            </a:r>
            <a:r>
              <a:rPr sz="1450" b="1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spc="45" dirty="0">
                <a:solidFill>
                  <a:srgbClr val="FFFFFF"/>
                </a:solidFill>
                <a:latin typeface="Calibri"/>
                <a:cs typeface="Calibri"/>
              </a:rPr>
              <a:t>Parties</a:t>
            </a:r>
            <a:r>
              <a:rPr sz="1450" b="1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spc="-25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1450" b="1" spc="60" dirty="0">
                <a:solidFill>
                  <a:srgbClr val="FFFFFF"/>
                </a:solidFill>
                <a:latin typeface="Calibri"/>
                <a:cs typeface="Calibri"/>
              </a:rPr>
              <a:t>Emerging</a:t>
            </a:r>
            <a:r>
              <a:rPr sz="1450" b="1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spc="5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450" b="1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spc="20" dirty="0">
                <a:solidFill>
                  <a:srgbClr val="FFFFFF"/>
                </a:solidFill>
                <a:latin typeface="Calibri"/>
                <a:cs typeface="Calibri"/>
              </a:rPr>
              <a:t>Potential</a:t>
            </a:r>
            <a:r>
              <a:rPr sz="1450" b="1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spc="45" dirty="0">
                <a:solidFill>
                  <a:srgbClr val="FFFFFF"/>
                </a:solidFill>
                <a:latin typeface="Calibri"/>
                <a:cs typeface="Calibri"/>
              </a:rPr>
              <a:t>Incidents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2487440" y="6651682"/>
            <a:ext cx="5715" cy="362585"/>
          </a:xfrm>
          <a:custGeom>
            <a:avLst/>
            <a:gdLst/>
            <a:ahLst/>
            <a:cxnLst/>
            <a:rect l="l" t="t" r="r" b="b"/>
            <a:pathLst>
              <a:path w="5715" h="362584">
                <a:moveTo>
                  <a:pt x="0" y="361999"/>
                </a:moveTo>
                <a:lnTo>
                  <a:pt x="5204" y="0"/>
                </a:lnTo>
              </a:path>
            </a:pathLst>
          </a:custGeom>
          <a:ln w="20941">
            <a:solidFill>
              <a:srgbClr val="FFFC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1165113" y="7034145"/>
            <a:ext cx="2606040" cy="2482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b="1" spc="55" dirty="0">
                <a:solidFill>
                  <a:srgbClr val="FFFFFF"/>
                </a:solidFill>
                <a:latin typeface="Calibri"/>
                <a:cs typeface="Calibri"/>
              </a:rPr>
              <a:t>Conduct</a:t>
            </a:r>
            <a:r>
              <a:rPr sz="145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spc="55" dirty="0">
                <a:solidFill>
                  <a:srgbClr val="FFFFFF"/>
                </a:solidFill>
                <a:latin typeface="Calibri"/>
                <a:cs typeface="Calibri"/>
              </a:rPr>
              <a:t>Rapid</a:t>
            </a:r>
            <a:r>
              <a:rPr sz="145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spc="70" dirty="0">
                <a:solidFill>
                  <a:srgbClr val="FFFFFF"/>
                </a:solidFill>
                <a:latin typeface="Calibri"/>
                <a:cs typeface="Calibri"/>
              </a:rPr>
              <a:t>Risk</a:t>
            </a:r>
            <a:r>
              <a:rPr sz="145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spc="-10" dirty="0">
                <a:solidFill>
                  <a:srgbClr val="FFFFFF"/>
                </a:solidFill>
                <a:latin typeface="Calibri"/>
                <a:cs typeface="Calibri"/>
              </a:rPr>
              <a:t>Assessment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705296" y="6266296"/>
            <a:ext cx="5715" cy="366395"/>
          </a:xfrm>
          <a:custGeom>
            <a:avLst/>
            <a:gdLst/>
            <a:ahLst/>
            <a:cxnLst/>
            <a:rect l="l" t="t" r="r" b="b"/>
            <a:pathLst>
              <a:path w="5715" h="366395">
                <a:moveTo>
                  <a:pt x="0" y="365967"/>
                </a:moveTo>
                <a:lnTo>
                  <a:pt x="5204" y="0"/>
                </a:lnTo>
              </a:path>
            </a:pathLst>
          </a:custGeom>
          <a:ln w="20941">
            <a:solidFill>
              <a:srgbClr val="FFFC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816171" y="5739988"/>
            <a:ext cx="1778635" cy="4705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65405">
              <a:lnSpc>
                <a:spcPct val="100600"/>
              </a:lnSpc>
              <a:spcBef>
                <a:spcPts val="95"/>
              </a:spcBef>
            </a:pPr>
            <a:r>
              <a:rPr sz="1450" b="1" spc="10" dirty="0">
                <a:solidFill>
                  <a:srgbClr val="FFFFFF"/>
                </a:solidFill>
                <a:latin typeface="Calibri"/>
                <a:cs typeface="Calibri"/>
              </a:rPr>
              <a:t>Initiate</a:t>
            </a:r>
            <a:r>
              <a:rPr sz="1450" b="1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spc="5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450" b="1" spc="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spc="-10" dirty="0">
                <a:solidFill>
                  <a:srgbClr val="FFFFFF"/>
                </a:solidFill>
                <a:latin typeface="Calibri"/>
                <a:cs typeface="Calibri"/>
              </a:rPr>
              <a:t>Monitor </a:t>
            </a:r>
            <a:r>
              <a:rPr sz="1450" b="1" spc="55" dirty="0">
                <a:solidFill>
                  <a:srgbClr val="FFFFFF"/>
                </a:solidFill>
                <a:latin typeface="Calibri"/>
                <a:cs typeface="Calibri"/>
              </a:rPr>
              <a:t>Early-</a:t>
            </a:r>
            <a:r>
              <a:rPr sz="1450" b="1" dirty="0">
                <a:solidFill>
                  <a:srgbClr val="FFFFFF"/>
                </a:solidFill>
                <a:latin typeface="Calibri"/>
                <a:cs typeface="Calibri"/>
              </a:rPr>
              <a:t>Stage</a:t>
            </a:r>
            <a:r>
              <a:rPr sz="1450" b="1" spc="2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spc="40" dirty="0">
                <a:solidFill>
                  <a:srgbClr val="FFFFFF"/>
                </a:solidFill>
                <a:latin typeface="Calibri"/>
                <a:cs typeface="Calibri"/>
              </a:rPr>
              <a:t>Response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702993" y="6651517"/>
            <a:ext cx="5715" cy="367665"/>
          </a:xfrm>
          <a:custGeom>
            <a:avLst/>
            <a:gdLst/>
            <a:ahLst/>
            <a:cxnLst/>
            <a:rect l="l" t="t" r="r" b="b"/>
            <a:pathLst>
              <a:path w="5714" h="367665">
                <a:moveTo>
                  <a:pt x="0" y="367507"/>
                </a:moveTo>
                <a:lnTo>
                  <a:pt x="5204" y="0"/>
                </a:lnTo>
              </a:path>
            </a:pathLst>
          </a:custGeom>
          <a:ln w="20941">
            <a:solidFill>
              <a:srgbClr val="FFFC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759937" y="7013530"/>
            <a:ext cx="1769110" cy="2482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b="1" spc="45" dirty="0">
                <a:solidFill>
                  <a:srgbClr val="FFFFFF"/>
                </a:solidFill>
                <a:latin typeface="Calibri"/>
                <a:cs typeface="Calibri"/>
              </a:rPr>
              <a:t>Enhance</a:t>
            </a:r>
            <a:r>
              <a:rPr sz="145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spc="45" dirty="0">
                <a:solidFill>
                  <a:srgbClr val="FFFFFF"/>
                </a:solidFill>
                <a:latin typeface="Calibri"/>
                <a:cs typeface="Calibri"/>
              </a:rPr>
              <a:t>Surveillance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490056" y="9410665"/>
            <a:ext cx="5715" cy="368935"/>
          </a:xfrm>
          <a:custGeom>
            <a:avLst/>
            <a:gdLst/>
            <a:ahLst/>
            <a:cxnLst/>
            <a:rect l="l" t="t" r="r" b="b"/>
            <a:pathLst>
              <a:path w="5714" h="368934">
                <a:moveTo>
                  <a:pt x="0" y="368376"/>
                </a:moveTo>
                <a:lnTo>
                  <a:pt x="5204" y="0"/>
                </a:lnTo>
              </a:path>
            </a:pathLst>
          </a:custGeom>
          <a:ln w="20941">
            <a:solidFill>
              <a:srgbClr val="FFFC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615431" y="8881990"/>
            <a:ext cx="1760220" cy="4705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95"/>
              </a:spcBef>
              <a:tabLst>
                <a:tab pos="796290" algn="l"/>
                <a:tab pos="1297305" algn="l"/>
              </a:tabLst>
            </a:pPr>
            <a:r>
              <a:rPr sz="1450" b="1" spc="-10" dirty="0">
                <a:solidFill>
                  <a:srgbClr val="FFFFFF"/>
                </a:solidFill>
                <a:latin typeface="Calibri"/>
                <a:cs typeface="Calibri"/>
              </a:rPr>
              <a:t>Update</a:t>
            </a:r>
            <a:r>
              <a:rPr sz="145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1450" b="1" spc="25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45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1450" b="1" spc="30" dirty="0">
                <a:solidFill>
                  <a:srgbClr val="FFFFFF"/>
                </a:solidFill>
                <a:latin typeface="Calibri"/>
                <a:cs typeface="Calibri"/>
              </a:rPr>
              <a:t>Track </a:t>
            </a:r>
            <a:r>
              <a:rPr sz="1450" b="1" spc="55" dirty="0">
                <a:solidFill>
                  <a:srgbClr val="FFFFFF"/>
                </a:solidFill>
                <a:latin typeface="Calibri"/>
                <a:cs typeface="Calibri"/>
              </a:rPr>
              <a:t>Incident </a:t>
            </a:r>
            <a:r>
              <a:rPr sz="1450" b="1" dirty="0">
                <a:solidFill>
                  <a:srgbClr val="FFFFFF"/>
                </a:solidFill>
                <a:latin typeface="Calibri"/>
                <a:cs typeface="Calibri"/>
              </a:rPr>
              <a:t>Action</a:t>
            </a:r>
            <a:r>
              <a:rPr sz="1450" b="1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spc="50" dirty="0">
                <a:solidFill>
                  <a:srgbClr val="FFFFFF"/>
                </a:solidFill>
                <a:latin typeface="Calibri"/>
                <a:cs typeface="Calibri"/>
              </a:rPr>
              <a:t>Plans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9648008" y="9442701"/>
            <a:ext cx="5715" cy="338455"/>
          </a:xfrm>
          <a:custGeom>
            <a:avLst/>
            <a:gdLst/>
            <a:ahLst/>
            <a:cxnLst/>
            <a:rect l="l" t="t" r="r" b="b"/>
            <a:pathLst>
              <a:path w="5715" h="338454">
                <a:moveTo>
                  <a:pt x="0" y="338429"/>
                </a:moveTo>
                <a:lnTo>
                  <a:pt x="5204" y="0"/>
                </a:lnTo>
              </a:path>
            </a:pathLst>
          </a:custGeom>
          <a:ln w="20941">
            <a:solidFill>
              <a:srgbClr val="FFFC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8769643" y="8962925"/>
            <a:ext cx="1767205" cy="2482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b="1" dirty="0">
                <a:solidFill>
                  <a:srgbClr val="FFFFFF"/>
                </a:solidFill>
                <a:latin typeface="Calibri"/>
                <a:cs typeface="Calibri"/>
              </a:rPr>
              <a:t>Grade</a:t>
            </a:r>
            <a:r>
              <a:rPr sz="1450" b="1" spc="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50" b="1" spc="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spc="45" dirty="0">
                <a:solidFill>
                  <a:srgbClr val="FFFFFF"/>
                </a:solidFill>
                <a:latin typeface="Calibri"/>
                <a:cs typeface="Calibri"/>
              </a:rPr>
              <a:t>Emergency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3544402" y="9426686"/>
            <a:ext cx="5715" cy="354965"/>
          </a:xfrm>
          <a:custGeom>
            <a:avLst/>
            <a:gdLst/>
            <a:ahLst/>
            <a:cxnLst/>
            <a:rect l="l" t="t" r="r" b="b"/>
            <a:pathLst>
              <a:path w="5715" h="354965">
                <a:moveTo>
                  <a:pt x="0" y="354345"/>
                </a:moveTo>
                <a:lnTo>
                  <a:pt x="5204" y="0"/>
                </a:lnTo>
              </a:path>
            </a:pathLst>
          </a:custGeom>
          <a:ln w="20941">
            <a:solidFill>
              <a:srgbClr val="FFFC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2382455" y="8471293"/>
            <a:ext cx="2341880" cy="915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600"/>
              </a:lnSpc>
              <a:spcBef>
                <a:spcPts val="95"/>
              </a:spcBef>
            </a:pPr>
            <a:r>
              <a:rPr sz="1450" b="1" spc="50" dirty="0">
                <a:solidFill>
                  <a:srgbClr val="FFFFFF"/>
                </a:solidFill>
                <a:latin typeface="Calibri"/>
                <a:cs typeface="Calibri"/>
              </a:rPr>
              <a:t>Streamline</a:t>
            </a:r>
            <a:r>
              <a:rPr sz="145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spc="40" dirty="0">
                <a:solidFill>
                  <a:srgbClr val="FFFFFF"/>
                </a:solidFill>
                <a:latin typeface="Calibri"/>
                <a:cs typeface="Calibri"/>
              </a:rPr>
              <a:t>Communications </a:t>
            </a:r>
            <a:r>
              <a:rPr sz="1450" b="1" spc="5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450" b="1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spc="30" dirty="0">
                <a:solidFill>
                  <a:srgbClr val="FFFFFF"/>
                </a:solidFill>
                <a:latin typeface="Calibri"/>
                <a:cs typeface="Calibri"/>
              </a:rPr>
              <a:t>Coordination</a:t>
            </a:r>
            <a:r>
              <a:rPr sz="1450" b="1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spc="-10" dirty="0">
                <a:solidFill>
                  <a:srgbClr val="FFFFFF"/>
                </a:solidFill>
                <a:latin typeface="Calibri"/>
                <a:cs typeface="Calibri"/>
              </a:rPr>
              <a:t>Across </a:t>
            </a:r>
            <a:r>
              <a:rPr sz="1450" b="1" spc="50" dirty="0">
                <a:solidFill>
                  <a:srgbClr val="FFFFFF"/>
                </a:solidFill>
                <a:latin typeface="Calibri"/>
                <a:cs typeface="Calibri"/>
              </a:rPr>
              <a:t>Responders,</a:t>
            </a:r>
            <a:r>
              <a:rPr sz="1450" b="1" spc="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spc="10" dirty="0">
                <a:solidFill>
                  <a:srgbClr val="FFFFFF"/>
                </a:solidFill>
                <a:latin typeface="Calibri"/>
                <a:cs typeface="Calibri"/>
              </a:rPr>
              <a:t>Agencies</a:t>
            </a:r>
            <a:r>
              <a:rPr sz="1450" b="1" spc="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spc="2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1450" b="1" spc="40" dirty="0">
                <a:solidFill>
                  <a:srgbClr val="FFFFFF"/>
                </a:solidFill>
                <a:latin typeface="Calibri"/>
                <a:cs typeface="Calibri"/>
              </a:rPr>
              <a:t>Partners.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8369334" y="9399499"/>
            <a:ext cx="5715" cy="358775"/>
          </a:xfrm>
          <a:custGeom>
            <a:avLst/>
            <a:gdLst/>
            <a:ahLst/>
            <a:cxnLst/>
            <a:rect l="l" t="t" r="r" b="b"/>
            <a:pathLst>
              <a:path w="5715" h="358775">
                <a:moveTo>
                  <a:pt x="0" y="358460"/>
                </a:moveTo>
                <a:lnTo>
                  <a:pt x="5204" y="0"/>
                </a:lnTo>
              </a:path>
            </a:pathLst>
          </a:custGeom>
          <a:ln w="20941">
            <a:solidFill>
              <a:srgbClr val="FFFC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7332924" y="8850045"/>
            <a:ext cx="2077085" cy="4705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9390" marR="5080" indent="-187325">
              <a:lnSpc>
                <a:spcPct val="100600"/>
              </a:lnSpc>
              <a:spcBef>
                <a:spcPts val="95"/>
              </a:spcBef>
            </a:pPr>
            <a:r>
              <a:rPr sz="1450" b="1" spc="20" dirty="0">
                <a:solidFill>
                  <a:srgbClr val="FFFFFF"/>
                </a:solidFill>
                <a:latin typeface="Calibri"/>
                <a:cs typeface="Calibri"/>
              </a:rPr>
              <a:t>Deescalate</a:t>
            </a:r>
            <a:r>
              <a:rPr sz="1450" b="1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spc="50" dirty="0">
                <a:solidFill>
                  <a:srgbClr val="FFFFFF"/>
                </a:solidFill>
                <a:latin typeface="Calibri"/>
                <a:cs typeface="Calibri"/>
              </a:rPr>
              <a:t>Response</a:t>
            </a:r>
            <a:r>
              <a:rPr sz="1450" b="1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spc="2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1450" b="1" spc="55" dirty="0">
                <a:solidFill>
                  <a:srgbClr val="FFFFFF"/>
                </a:solidFill>
                <a:latin typeface="Calibri"/>
                <a:cs typeface="Calibri"/>
              </a:rPr>
              <a:t>Conduct</a:t>
            </a:r>
            <a:r>
              <a:rPr sz="145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450" b="1" spc="17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1450" b="1" dirty="0">
                <a:solidFill>
                  <a:srgbClr val="FFFFFF"/>
                </a:solidFill>
                <a:latin typeface="Calibri"/>
                <a:cs typeface="Calibri"/>
              </a:rPr>
              <a:t>er</a:t>
            </a:r>
            <a:r>
              <a:rPr sz="145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spc="-10" dirty="0">
                <a:solidFill>
                  <a:srgbClr val="FFFFFF"/>
                </a:solidFill>
                <a:latin typeface="Calibri"/>
                <a:cs typeface="Calibri"/>
              </a:rPr>
              <a:t>Action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560935" y="9802500"/>
            <a:ext cx="5715" cy="375285"/>
          </a:xfrm>
          <a:custGeom>
            <a:avLst/>
            <a:gdLst/>
            <a:ahLst/>
            <a:cxnLst/>
            <a:rect l="l" t="t" r="r" b="b"/>
            <a:pathLst>
              <a:path w="5715" h="375284">
                <a:moveTo>
                  <a:pt x="0" y="375224"/>
                </a:moveTo>
                <a:lnTo>
                  <a:pt x="5204" y="0"/>
                </a:lnTo>
              </a:path>
            </a:pathLst>
          </a:custGeom>
          <a:ln w="20941">
            <a:solidFill>
              <a:srgbClr val="FFFC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6637907" y="10186770"/>
            <a:ext cx="1846580" cy="4705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384" marR="5080" indent="-20320">
              <a:lnSpc>
                <a:spcPct val="100600"/>
              </a:lnSpc>
              <a:spcBef>
                <a:spcPts val="95"/>
              </a:spcBef>
            </a:pPr>
            <a:r>
              <a:rPr sz="1450" b="1" spc="50" dirty="0">
                <a:solidFill>
                  <a:srgbClr val="FFFFFF"/>
                </a:solidFill>
                <a:latin typeface="Calibri"/>
                <a:cs typeface="Calibri"/>
              </a:rPr>
              <a:t>Implement</a:t>
            </a:r>
            <a:r>
              <a:rPr sz="145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spc="45" dirty="0">
                <a:solidFill>
                  <a:srgbClr val="FFFFFF"/>
                </a:solidFill>
                <a:latin typeface="Calibri"/>
                <a:cs typeface="Calibri"/>
              </a:rPr>
              <a:t>Structured </a:t>
            </a:r>
            <a:r>
              <a:rPr sz="1450" b="1" spc="55" dirty="0">
                <a:solidFill>
                  <a:srgbClr val="FFFFFF"/>
                </a:solidFill>
                <a:latin typeface="Calibri"/>
                <a:cs typeface="Calibri"/>
              </a:rPr>
              <a:t>Incident</a:t>
            </a:r>
            <a:r>
              <a:rPr sz="145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spc="-10" dirty="0">
                <a:solidFill>
                  <a:srgbClr val="FFFFFF"/>
                </a:solidFill>
                <a:latin typeface="Calibri"/>
                <a:cs typeface="Calibri"/>
              </a:rPr>
              <a:t>Management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1552171" y="9803947"/>
            <a:ext cx="5715" cy="365125"/>
          </a:xfrm>
          <a:custGeom>
            <a:avLst/>
            <a:gdLst/>
            <a:ahLst/>
            <a:cxnLst/>
            <a:rect l="l" t="t" r="r" b="b"/>
            <a:pathLst>
              <a:path w="5715" h="365125">
                <a:moveTo>
                  <a:pt x="0" y="364784"/>
                </a:moveTo>
                <a:lnTo>
                  <a:pt x="5204" y="0"/>
                </a:lnTo>
              </a:path>
            </a:pathLst>
          </a:custGeom>
          <a:ln w="20941">
            <a:solidFill>
              <a:srgbClr val="FFFC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10775092" y="10210677"/>
            <a:ext cx="1536065" cy="692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" marR="5080" indent="-3175" algn="just">
              <a:lnSpc>
                <a:spcPct val="100600"/>
              </a:lnSpc>
              <a:spcBef>
                <a:spcPts val="95"/>
              </a:spcBef>
            </a:pPr>
            <a:r>
              <a:rPr sz="1450" b="1" spc="55" dirty="0">
                <a:solidFill>
                  <a:srgbClr val="FFFFFF"/>
                </a:solidFill>
                <a:latin typeface="Calibri"/>
                <a:cs typeface="Calibri"/>
              </a:rPr>
              <a:t>Compile</a:t>
            </a:r>
            <a:r>
              <a:rPr sz="145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spc="-65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45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spc="40" dirty="0">
                <a:solidFill>
                  <a:srgbClr val="FFFFFF"/>
                </a:solidFill>
                <a:latin typeface="Calibri"/>
                <a:cs typeface="Calibri"/>
              </a:rPr>
              <a:t>Analyse</a:t>
            </a:r>
            <a:r>
              <a:rPr sz="145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spc="25" dirty="0">
                <a:solidFill>
                  <a:srgbClr val="FFFFFF"/>
                </a:solidFill>
                <a:latin typeface="Calibri"/>
                <a:cs typeface="Calibri"/>
              </a:rPr>
              <a:t>Real-</a:t>
            </a:r>
            <a:r>
              <a:rPr sz="1450" b="1" spc="55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145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spc="25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45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spc="35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45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spc="35" dirty="0">
                <a:solidFill>
                  <a:srgbClr val="FFFFFF"/>
                </a:solidFill>
                <a:latin typeface="Calibri"/>
                <a:cs typeface="Calibri"/>
              </a:rPr>
              <a:t>Decision-</a:t>
            </a:r>
            <a:r>
              <a:rPr sz="1450" b="1" spc="40" dirty="0">
                <a:solidFill>
                  <a:srgbClr val="FFFFFF"/>
                </a:solidFill>
                <a:latin typeface="Calibri"/>
                <a:cs typeface="Calibri"/>
              </a:rPr>
              <a:t>Making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5965106" y="9786363"/>
            <a:ext cx="5715" cy="361315"/>
          </a:xfrm>
          <a:custGeom>
            <a:avLst/>
            <a:gdLst/>
            <a:ahLst/>
            <a:cxnLst/>
            <a:rect l="l" t="t" r="r" b="b"/>
            <a:pathLst>
              <a:path w="5715" h="361315">
                <a:moveTo>
                  <a:pt x="0" y="361015"/>
                </a:moveTo>
                <a:lnTo>
                  <a:pt x="5204" y="0"/>
                </a:lnTo>
              </a:path>
            </a:pathLst>
          </a:custGeom>
          <a:ln w="20941">
            <a:solidFill>
              <a:srgbClr val="FFFC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15092277" y="10210677"/>
            <a:ext cx="1746250" cy="4705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6675" marR="5080" indent="-54610">
              <a:lnSpc>
                <a:spcPct val="100600"/>
              </a:lnSpc>
              <a:spcBef>
                <a:spcPts val="95"/>
              </a:spcBef>
            </a:pPr>
            <a:r>
              <a:rPr sz="1450" b="1" dirty="0">
                <a:solidFill>
                  <a:srgbClr val="FFFFFF"/>
                </a:solidFill>
                <a:latin typeface="Calibri"/>
                <a:cs typeface="Calibri"/>
              </a:rPr>
              <a:t>Manage</a:t>
            </a:r>
            <a:r>
              <a:rPr sz="145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spc="60" dirty="0">
                <a:solidFill>
                  <a:srgbClr val="FFFFFF"/>
                </a:solidFill>
                <a:latin typeface="Calibri"/>
                <a:cs typeface="Calibri"/>
              </a:rPr>
              <a:t>Supplies</a:t>
            </a:r>
            <a:r>
              <a:rPr sz="145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spc="2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1450" b="1" spc="55" dirty="0">
                <a:solidFill>
                  <a:srgbClr val="FFFFFF"/>
                </a:solidFill>
                <a:latin typeface="Calibri"/>
                <a:cs typeface="Calibri"/>
              </a:rPr>
              <a:t>Financial</a:t>
            </a:r>
            <a:r>
              <a:rPr sz="145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b="1" spc="-10" dirty="0">
                <a:solidFill>
                  <a:srgbClr val="FFFFFF"/>
                </a:solidFill>
                <a:latin typeface="Calibri"/>
                <a:cs typeface="Calibri"/>
              </a:rPr>
              <a:t>Resources</a:t>
            </a:r>
            <a:endParaRPr sz="145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643646" y="3052695"/>
            <a:ext cx="18262600" cy="7240270"/>
            <a:chOff x="1643646" y="3052695"/>
            <a:chExt cx="18262600" cy="7240270"/>
          </a:xfrm>
        </p:grpSpPr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43646" y="7870140"/>
              <a:ext cx="18053450" cy="2422543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991436" y="8217872"/>
              <a:ext cx="17211675" cy="1579880"/>
            </a:xfrm>
            <a:custGeom>
              <a:avLst/>
              <a:gdLst/>
              <a:ahLst/>
              <a:cxnLst/>
              <a:rect l="l" t="t" r="r" b="b"/>
              <a:pathLst>
                <a:path w="17211675" h="1579879">
                  <a:moveTo>
                    <a:pt x="0" y="0"/>
                  </a:moveTo>
                  <a:lnTo>
                    <a:pt x="874" y="44482"/>
                  </a:lnTo>
                  <a:lnTo>
                    <a:pt x="3089" y="88920"/>
                  </a:lnTo>
                  <a:lnTo>
                    <a:pt x="6630" y="133279"/>
                  </a:lnTo>
                  <a:lnTo>
                    <a:pt x="11482" y="177529"/>
                  </a:lnTo>
                  <a:lnTo>
                    <a:pt x="17630" y="221637"/>
                  </a:lnTo>
                  <a:lnTo>
                    <a:pt x="25062" y="265571"/>
                  </a:lnTo>
                  <a:lnTo>
                    <a:pt x="33762" y="309299"/>
                  </a:lnTo>
                  <a:lnTo>
                    <a:pt x="43716" y="352788"/>
                  </a:lnTo>
                  <a:lnTo>
                    <a:pt x="54910" y="396008"/>
                  </a:lnTo>
                  <a:lnTo>
                    <a:pt x="67329" y="438926"/>
                  </a:lnTo>
                  <a:lnTo>
                    <a:pt x="80959" y="481509"/>
                  </a:lnTo>
                  <a:lnTo>
                    <a:pt x="95787" y="523726"/>
                  </a:lnTo>
                  <a:lnTo>
                    <a:pt x="111797" y="565545"/>
                  </a:lnTo>
                  <a:lnTo>
                    <a:pt x="128975" y="606933"/>
                  </a:lnTo>
                  <a:lnTo>
                    <a:pt x="147307" y="647858"/>
                  </a:lnTo>
                  <a:lnTo>
                    <a:pt x="166779" y="688290"/>
                  </a:lnTo>
                  <a:lnTo>
                    <a:pt x="187376" y="728194"/>
                  </a:lnTo>
                  <a:lnTo>
                    <a:pt x="209084" y="767540"/>
                  </a:lnTo>
                  <a:lnTo>
                    <a:pt x="231889" y="806295"/>
                  </a:lnTo>
                  <a:lnTo>
                    <a:pt x="255777" y="844427"/>
                  </a:lnTo>
                  <a:lnTo>
                    <a:pt x="280732" y="881905"/>
                  </a:lnTo>
                  <a:lnTo>
                    <a:pt x="306742" y="918695"/>
                  </a:lnTo>
                  <a:lnTo>
                    <a:pt x="333790" y="954767"/>
                  </a:lnTo>
                  <a:lnTo>
                    <a:pt x="361865" y="990087"/>
                  </a:lnTo>
                  <a:lnTo>
                    <a:pt x="390950" y="1024625"/>
                  </a:lnTo>
                  <a:lnTo>
                    <a:pt x="421031" y="1058347"/>
                  </a:lnTo>
                  <a:lnTo>
                    <a:pt x="452095" y="1091222"/>
                  </a:lnTo>
                  <a:lnTo>
                    <a:pt x="484127" y="1123217"/>
                  </a:lnTo>
                  <a:lnTo>
                    <a:pt x="517113" y="1154301"/>
                  </a:lnTo>
                  <a:lnTo>
                    <a:pt x="551038" y="1184442"/>
                  </a:lnTo>
                  <a:lnTo>
                    <a:pt x="585888" y="1213608"/>
                  </a:lnTo>
                  <a:lnTo>
                    <a:pt x="621649" y="1241765"/>
                  </a:lnTo>
                  <a:lnTo>
                    <a:pt x="658306" y="1268884"/>
                  </a:lnTo>
                  <a:lnTo>
                    <a:pt x="695846" y="1294930"/>
                  </a:lnTo>
                  <a:lnTo>
                    <a:pt x="734253" y="1319873"/>
                  </a:lnTo>
                  <a:lnTo>
                    <a:pt x="773514" y="1343680"/>
                  </a:lnTo>
                  <a:lnTo>
                    <a:pt x="813614" y="1366319"/>
                  </a:lnTo>
                  <a:lnTo>
                    <a:pt x="854539" y="1387758"/>
                  </a:lnTo>
                  <a:lnTo>
                    <a:pt x="896275" y="1407965"/>
                  </a:lnTo>
                  <a:lnTo>
                    <a:pt x="938807" y="1426908"/>
                  </a:lnTo>
                  <a:lnTo>
                    <a:pt x="982122" y="1444555"/>
                  </a:lnTo>
                  <a:lnTo>
                    <a:pt x="1026203" y="1460874"/>
                  </a:lnTo>
                  <a:lnTo>
                    <a:pt x="1071039" y="1475833"/>
                  </a:lnTo>
                  <a:lnTo>
                    <a:pt x="1116613" y="1489399"/>
                  </a:lnTo>
                  <a:lnTo>
                    <a:pt x="1162912" y="1501541"/>
                  </a:lnTo>
                  <a:lnTo>
                    <a:pt x="1209922" y="1512226"/>
                  </a:lnTo>
                  <a:lnTo>
                    <a:pt x="1257628" y="1521423"/>
                  </a:lnTo>
                  <a:lnTo>
                    <a:pt x="1306016" y="1529100"/>
                  </a:lnTo>
                  <a:lnTo>
                    <a:pt x="1355071" y="1535224"/>
                  </a:lnTo>
                  <a:lnTo>
                    <a:pt x="1404780" y="1539763"/>
                  </a:lnTo>
                  <a:lnTo>
                    <a:pt x="1455128" y="1542686"/>
                  </a:lnTo>
                  <a:lnTo>
                    <a:pt x="4798769" y="1579284"/>
                  </a:lnTo>
                  <a:lnTo>
                    <a:pt x="10117091" y="1575217"/>
                  </a:lnTo>
                  <a:lnTo>
                    <a:pt x="15043549" y="1554885"/>
                  </a:lnTo>
                  <a:lnTo>
                    <a:pt x="17211601" y="1542686"/>
                  </a:lnTo>
                </a:path>
              </a:pathLst>
            </a:custGeom>
            <a:ln w="20941">
              <a:solidFill>
                <a:srgbClr val="EA00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43646" y="4623328"/>
              <a:ext cx="18262030" cy="4088667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991439" y="4971207"/>
              <a:ext cx="17421860" cy="3246755"/>
            </a:xfrm>
            <a:custGeom>
              <a:avLst/>
              <a:gdLst/>
              <a:ahLst/>
              <a:cxnLst/>
              <a:rect l="l" t="t" r="r" b="b"/>
              <a:pathLst>
                <a:path w="17421860" h="3246754">
                  <a:moveTo>
                    <a:pt x="17421396" y="0"/>
                  </a:moveTo>
                  <a:lnTo>
                    <a:pt x="17421280" y="70808"/>
                  </a:lnTo>
                  <a:lnTo>
                    <a:pt x="17417156" y="141578"/>
                  </a:lnTo>
                  <a:lnTo>
                    <a:pt x="17409029" y="212190"/>
                  </a:lnTo>
                  <a:lnTo>
                    <a:pt x="17396902" y="282523"/>
                  </a:lnTo>
                  <a:lnTo>
                    <a:pt x="17380781" y="352457"/>
                  </a:lnTo>
                  <a:lnTo>
                    <a:pt x="17360670" y="421873"/>
                  </a:lnTo>
                  <a:lnTo>
                    <a:pt x="17336573" y="490649"/>
                  </a:lnTo>
                  <a:lnTo>
                    <a:pt x="17308494" y="558665"/>
                  </a:lnTo>
                  <a:lnTo>
                    <a:pt x="17276438" y="625802"/>
                  </a:lnTo>
                  <a:lnTo>
                    <a:pt x="17240409" y="691938"/>
                  </a:lnTo>
                  <a:lnTo>
                    <a:pt x="17200411" y="756954"/>
                  </a:lnTo>
                  <a:lnTo>
                    <a:pt x="17178925" y="789004"/>
                  </a:lnTo>
                  <a:lnTo>
                    <a:pt x="17156449" y="820729"/>
                  </a:lnTo>
                  <a:lnTo>
                    <a:pt x="17132983" y="852114"/>
                  </a:lnTo>
                  <a:lnTo>
                    <a:pt x="17108527" y="883143"/>
                  </a:lnTo>
                  <a:lnTo>
                    <a:pt x="17083083" y="913802"/>
                  </a:lnTo>
                  <a:lnTo>
                    <a:pt x="17056650" y="944076"/>
                  </a:lnTo>
                  <a:lnTo>
                    <a:pt x="17029230" y="973950"/>
                  </a:lnTo>
                  <a:lnTo>
                    <a:pt x="17000822" y="1003407"/>
                  </a:lnTo>
                  <a:lnTo>
                    <a:pt x="16971427" y="1032435"/>
                  </a:lnTo>
                  <a:lnTo>
                    <a:pt x="16941047" y="1061017"/>
                  </a:lnTo>
                  <a:lnTo>
                    <a:pt x="16909680" y="1089138"/>
                  </a:lnTo>
                  <a:lnTo>
                    <a:pt x="16877329" y="1116784"/>
                  </a:lnTo>
                  <a:lnTo>
                    <a:pt x="16843993" y="1143940"/>
                  </a:lnTo>
                  <a:lnTo>
                    <a:pt x="16809673" y="1170590"/>
                  </a:lnTo>
                  <a:lnTo>
                    <a:pt x="16774370" y="1196719"/>
                  </a:lnTo>
                  <a:lnTo>
                    <a:pt x="16738084" y="1222312"/>
                  </a:lnTo>
                  <a:lnTo>
                    <a:pt x="16700815" y="1247355"/>
                  </a:lnTo>
                  <a:lnTo>
                    <a:pt x="16662565" y="1271832"/>
                  </a:lnTo>
                  <a:lnTo>
                    <a:pt x="16623333" y="1295728"/>
                  </a:lnTo>
                  <a:lnTo>
                    <a:pt x="16583121" y="1319028"/>
                  </a:lnTo>
                  <a:lnTo>
                    <a:pt x="16541929" y="1341717"/>
                  </a:lnTo>
                  <a:lnTo>
                    <a:pt x="16499757" y="1363781"/>
                  </a:lnTo>
                  <a:lnTo>
                    <a:pt x="16456605" y="1385204"/>
                  </a:lnTo>
                  <a:lnTo>
                    <a:pt x="16412476" y="1405970"/>
                  </a:lnTo>
                  <a:lnTo>
                    <a:pt x="16367368" y="1426066"/>
                  </a:lnTo>
                  <a:lnTo>
                    <a:pt x="16321283" y="1445475"/>
                  </a:lnTo>
                  <a:lnTo>
                    <a:pt x="16274221" y="1464184"/>
                  </a:lnTo>
                  <a:lnTo>
                    <a:pt x="16226182" y="1482177"/>
                  </a:lnTo>
                  <a:lnTo>
                    <a:pt x="16177168" y="1499438"/>
                  </a:lnTo>
                  <a:lnTo>
                    <a:pt x="16127179" y="1515953"/>
                  </a:lnTo>
                  <a:lnTo>
                    <a:pt x="16076214" y="1531707"/>
                  </a:lnTo>
                  <a:lnTo>
                    <a:pt x="16024276" y="1546685"/>
                  </a:lnTo>
                  <a:lnTo>
                    <a:pt x="15971364" y="1560871"/>
                  </a:lnTo>
                  <a:lnTo>
                    <a:pt x="15917479" y="1574251"/>
                  </a:lnTo>
                  <a:lnTo>
                    <a:pt x="15862621" y="1586810"/>
                  </a:lnTo>
                  <a:lnTo>
                    <a:pt x="15806791" y="1598533"/>
                  </a:lnTo>
                  <a:lnTo>
                    <a:pt x="15749990" y="1609404"/>
                  </a:lnTo>
                  <a:lnTo>
                    <a:pt x="15692218" y="1619408"/>
                  </a:lnTo>
                  <a:lnTo>
                    <a:pt x="15633476" y="1628532"/>
                  </a:lnTo>
                  <a:lnTo>
                    <a:pt x="15573763" y="1636758"/>
                  </a:lnTo>
                  <a:lnTo>
                    <a:pt x="15513082" y="1644073"/>
                  </a:lnTo>
                  <a:lnTo>
                    <a:pt x="15451431" y="1650462"/>
                  </a:lnTo>
                  <a:lnTo>
                    <a:pt x="15388813" y="1655909"/>
                  </a:lnTo>
                  <a:lnTo>
                    <a:pt x="15325227" y="1660399"/>
                  </a:lnTo>
                  <a:lnTo>
                    <a:pt x="15260673" y="1663918"/>
                  </a:lnTo>
                  <a:lnTo>
                    <a:pt x="15195154" y="1666450"/>
                  </a:lnTo>
                  <a:lnTo>
                    <a:pt x="15128668" y="1667980"/>
                  </a:lnTo>
                  <a:lnTo>
                    <a:pt x="15061216" y="1668493"/>
                  </a:lnTo>
                  <a:lnTo>
                    <a:pt x="2452124" y="1668493"/>
                  </a:lnTo>
                  <a:lnTo>
                    <a:pt x="2378918" y="1666262"/>
                  </a:lnTo>
                  <a:lnTo>
                    <a:pt x="2306965" y="1665049"/>
                  </a:lnTo>
                  <a:lnTo>
                    <a:pt x="2236259" y="1664838"/>
                  </a:lnTo>
                  <a:lnTo>
                    <a:pt x="2166793" y="1665615"/>
                  </a:lnTo>
                  <a:lnTo>
                    <a:pt x="2098561" y="1667367"/>
                  </a:lnTo>
                  <a:lnTo>
                    <a:pt x="2031556" y="1670078"/>
                  </a:lnTo>
                  <a:lnTo>
                    <a:pt x="1965772" y="1673733"/>
                  </a:lnTo>
                  <a:lnTo>
                    <a:pt x="1901203" y="1678320"/>
                  </a:lnTo>
                  <a:lnTo>
                    <a:pt x="1837842" y="1683822"/>
                  </a:lnTo>
                  <a:lnTo>
                    <a:pt x="1775682" y="1690227"/>
                  </a:lnTo>
                  <a:lnTo>
                    <a:pt x="1714717" y="1697518"/>
                  </a:lnTo>
                  <a:lnTo>
                    <a:pt x="1654941" y="1705682"/>
                  </a:lnTo>
                  <a:lnTo>
                    <a:pt x="1596347" y="1714705"/>
                  </a:lnTo>
                  <a:lnTo>
                    <a:pt x="1538929" y="1724572"/>
                  </a:lnTo>
                  <a:lnTo>
                    <a:pt x="1482680" y="1735268"/>
                  </a:lnTo>
                  <a:lnTo>
                    <a:pt x="1427595" y="1746779"/>
                  </a:lnTo>
                  <a:lnTo>
                    <a:pt x="1373665" y="1759090"/>
                  </a:lnTo>
                  <a:lnTo>
                    <a:pt x="1320886" y="1772188"/>
                  </a:lnTo>
                  <a:lnTo>
                    <a:pt x="1269250" y="1786058"/>
                  </a:lnTo>
                  <a:lnTo>
                    <a:pt x="1218752" y="1800685"/>
                  </a:lnTo>
                  <a:lnTo>
                    <a:pt x="1169384" y="1816055"/>
                  </a:lnTo>
                  <a:lnTo>
                    <a:pt x="1121140" y="1832153"/>
                  </a:lnTo>
                  <a:lnTo>
                    <a:pt x="1074014" y="1848965"/>
                  </a:lnTo>
                  <a:lnTo>
                    <a:pt x="1028000" y="1866477"/>
                  </a:lnTo>
                  <a:lnTo>
                    <a:pt x="983090" y="1884673"/>
                  </a:lnTo>
                  <a:lnTo>
                    <a:pt x="939279" y="1903541"/>
                  </a:lnTo>
                  <a:lnTo>
                    <a:pt x="896560" y="1923065"/>
                  </a:lnTo>
                  <a:lnTo>
                    <a:pt x="854927" y="1943230"/>
                  </a:lnTo>
                  <a:lnTo>
                    <a:pt x="814373" y="1964023"/>
                  </a:lnTo>
                  <a:lnTo>
                    <a:pt x="774891" y="1985428"/>
                  </a:lnTo>
                  <a:lnTo>
                    <a:pt x="736476" y="2007432"/>
                  </a:lnTo>
                  <a:lnTo>
                    <a:pt x="699121" y="2030021"/>
                  </a:lnTo>
                  <a:lnTo>
                    <a:pt x="662819" y="2053178"/>
                  </a:lnTo>
                  <a:lnTo>
                    <a:pt x="627563" y="2076891"/>
                  </a:lnTo>
                  <a:lnTo>
                    <a:pt x="593349" y="2101145"/>
                  </a:lnTo>
                  <a:lnTo>
                    <a:pt x="560168" y="2125924"/>
                  </a:lnTo>
                  <a:lnTo>
                    <a:pt x="528015" y="2151216"/>
                  </a:lnTo>
                  <a:lnTo>
                    <a:pt x="496884" y="2177005"/>
                  </a:lnTo>
                  <a:lnTo>
                    <a:pt x="466767" y="2203277"/>
                  </a:lnTo>
                  <a:lnTo>
                    <a:pt x="437658" y="2230017"/>
                  </a:lnTo>
                  <a:lnTo>
                    <a:pt x="409551" y="2257211"/>
                  </a:lnTo>
                  <a:lnTo>
                    <a:pt x="382439" y="2284846"/>
                  </a:lnTo>
                  <a:lnTo>
                    <a:pt x="356317" y="2312905"/>
                  </a:lnTo>
                  <a:lnTo>
                    <a:pt x="307013" y="2370241"/>
                  </a:lnTo>
                  <a:lnTo>
                    <a:pt x="261587" y="2429104"/>
                  </a:lnTo>
                  <a:lnTo>
                    <a:pt x="219989" y="2489380"/>
                  </a:lnTo>
                  <a:lnTo>
                    <a:pt x="182166" y="2550952"/>
                  </a:lnTo>
                  <a:lnTo>
                    <a:pt x="148067" y="2613705"/>
                  </a:lnTo>
                  <a:lnTo>
                    <a:pt x="117640" y="2677523"/>
                  </a:lnTo>
                  <a:lnTo>
                    <a:pt x="90834" y="2742291"/>
                  </a:lnTo>
                  <a:lnTo>
                    <a:pt x="67597" y="2807893"/>
                  </a:lnTo>
                  <a:lnTo>
                    <a:pt x="47878" y="2874214"/>
                  </a:lnTo>
                  <a:lnTo>
                    <a:pt x="31625" y="2941138"/>
                  </a:lnTo>
                  <a:lnTo>
                    <a:pt x="18787" y="3008550"/>
                  </a:lnTo>
                  <a:lnTo>
                    <a:pt x="9312" y="3076334"/>
                  </a:lnTo>
                  <a:lnTo>
                    <a:pt x="3148" y="3144375"/>
                  </a:lnTo>
                  <a:lnTo>
                    <a:pt x="245" y="3212557"/>
                  </a:lnTo>
                  <a:lnTo>
                    <a:pt x="0" y="3246665"/>
                  </a:lnTo>
                </a:path>
              </a:pathLst>
            </a:custGeom>
            <a:ln w="20941">
              <a:solidFill>
                <a:srgbClr val="EFDE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96346" y="3052695"/>
              <a:ext cx="15809330" cy="2412488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4443561" y="3399587"/>
              <a:ext cx="14969490" cy="1571625"/>
            </a:xfrm>
            <a:custGeom>
              <a:avLst/>
              <a:gdLst/>
              <a:ahLst/>
              <a:cxnLst/>
              <a:rect l="l" t="t" r="r" b="b"/>
              <a:pathLst>
                <a:path w="14969490" h="1571625">
                  <a:moveTo>
                    <a:pt x="0" y="0"/>
                  </a:moveTo>
                  <a:lnTo>
                    <a:pt x="854633" y="0"/>
                  </a:lnTo>
                  <a:lnTo>
                    <a:pt x="12609092" y="0"/>
                  </a:lnTo>
                  <a:lnTo>
                    <a:pt x="12677472" y="502"/>
                  </a:lnTo>
                  <a:lnTo>
                    <a:pt x="12744836" y="1999"/>
                  </a:lnTo>
                  <a:lnTo>
                    <a:pt x="12811183" y="4477"/>
                  </a:lnTo>
                  <a:lnTo>
                    <a:pt x="12876515" y="7921"/>
                  </a:lnTo>
                  <a:lnTo>
                    <a:pt x="12940832" y="12316"/>
                  </a:lnTo>
                  <a:lnTo>
                    <a:pt x="13004134" y="17648"/>
                  </a:lnTo>
                  <a:lnTo>
                    <a:pt x="13066422" y="23903"/>
                  </a:lnTo>
                  <a:lnTo>
                    <a:pt x="13127696" y="31065"/>
                  </a:lnTo>
                  <a:lnTo>
                    <a:pt x="13187958" y="39120"/>
                  </a:lnTo>
                  <a:lnTo>
                    <a:pt x="13247206" y="48054"/>
                  </a:lnTo>
                  <a:lnTo>
                    <a:pt x="13305443" y="57852"/>
                  </a:lnTo>
                  <a:lnTo>
                    <a:pt x="13362669" y="68499"/>
                  </a:lnTo>
                  <a:lnTo>
                    <a:pt x="13418883" y="79982"/>
                  </a:lnTo>
                  <a:lnTo>
                    <a:pt x="13474087" y="92285"/>
                  </a:lnTo>
                  <a:lnTo>
                    <a:pt x="13528282" y="105394"/>
                  </a:lnTo>
                  <a:lnTo>
                    <a:pt x="13581467" y="119294"/>
                  </a:lnTo>
                  <a:lnTo>
                    <a:pt x="13633643" y="133971"/>
                  </a:lnTo>
                  <a:lnTo>
                    <a:pt x="13684810" y="149410"/>
                  </a:lnTo>
                  <a:lnTo>
                    <a:pt x="13734970" y="165597"/>
                  </a:lnTo>
                  <a:lnTo>
                    <a:pt x="13784123" y="182517"/>
                  </a:lnTo>
                  <a:lnTo>
                    <a:pt x="13832269" y="200155"/>
                  </a:lnTo>
                  <a:lnTo>
                    <a:pt x="13879409" y="218498"/>
                  </a:lnTo>
                  <a:lnTo>
                    <a:pt x="13925544" y="237529"/>
                  </a:lnTo>
                  <a:lnTo>
                    <a:pt x="13970673" y="257236"/>
                  </a:lnTo>
                  <a:lnTo>
                    <a:pt x="14014797" y="277604"/>
                  </a:lnTo>
                  <a:lnTo>
                    <a:pt x="14057918" y="298617"/>
                  </a:lnTo>
                  <a:lnTo>
                    <a:pt x="14100035" y="320261"/>
                  </a:lnTo>
                  <a:lnTo>
                    <a:pt x="14141148" y="342522"/>
                  </a:lnTo>
                  <a:lnTo>
                    <a:pt x="14181260" y="365385"/>
                  </a:lnTo>
                  <a:lnTo>
                    <a:pt x="14220369" y="388836"/>
                  </a:lnTo>
                  <a:lnTo>
                    <a:pt x="14258477" y="412860"/>
                  </a:lnTo>
                  <a:lnTo>
                    <a:pt x="14295584" y="437442"/>
                  </a:lnTo>
                  <a:lnTo>
                    <a:pt x="14331691" y="462568"/>
                  </a:lnTo>
                  <a:lnTo>
                    <a:pt x="14366798" y="488224"/>
                  </a:lnTo>
                  <a:lnTo>
                    <a:pt x="14400905" y="514395"/>
                  </a:lnTo>
                  <a:lnTo>
                    <a:pt x="14434014" y="541066"/>
                  </a:lnTo>
                  <a:lnTo>
                    <a:pt x="14466124" y="568222"/>
                  </a:lnTo>
                  <a:lnTo>
                    <a:pt x="14497237" y="595850"/>
                  </a:lnTo>
                  <a:lnTo>
                    <a:pt x="14527352" y="623934"/>
                  </a:lnTo>
                  <a:lnTo>
                    <a:pt x="14556471" y="652461"/>
                  </a:lnTo>
                  <a:lnTo>
                    <a:pt x="14584593" y="681415"/>
                  </a:lnTo>
                  <a:lnTo>
                    <a:pt x="14611720" y="710782"/>
                  </a:lnTo>
                  <a:lnTo>
                    <a:pt x="14637852" y="740548"/>
                  </a:lnTo>
                  <a:lnTo>
                    <a:pt x="14662989" y="770697"/>
                  </a:lnTo>
                  <a:lnTo>
                    <a:pt x="14687132" y="801216"/>
                  </a:lnTo>
                  <a:lnTo>
                    <a:pt x="14710282" y="832089"/>
                  </a:lnTo>
                  <a:lnTo>
                    <a:pt x="14732438" y="863303"/>
                  </a:lnTo>
                  <a:lnTo>
                    <a:pt x="14773774" y="926693"/>
                  </a:lnTo>
                  <a:lnTo>
                    <a:pt x="14811145" y="991270"/>
                  </a:lnTo>
                  <a:lnTo>
                    <a:pt x="14844554" y="1056916"/>
                  </a:lnTo>
                  <a:lnTo>
                    <a:pt x="14874005" y="1123516"/>
                  </a:lnTo>
                  <a:lnTo>
                    <a:pt x="14899504" y="1190953"/>
                  </a:lnTo>
                  <a:lnTo>
                    <a:pt x="14921053" y="1259110"/>
                  </a:lnTo>
                  <a:lnTo>
                    <a:pt x="14938658" y="1327872"/>
                  </a:lnTo>
                  <a:lnTo>
                    <a:pt x="14952322" y="1397122"/>
                  </a:lnTo>
                  <a:lnTo>
                    <a:pt x="14962050" y="1466743"/>
                  </a:lnTo>
                  <a:lnTo>
                    <a:pt x="14967847" y="1536619"/>
                  </a:lnTo>
                  <a:lnTo>
                    <a:pt x="14969271" y="1571617"/>
                  </a:lnTo>
                </a:path>
              </a:pathLst>
            </a:custGeom>
            <a:ln w="20941">
              <a:solidFill>
                <a:srgbClr val="0FA0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145402" y="9700835"/>
              <a:ext cx="125043" cy="125043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72704" y="3326595"/>
              <a:ext cx="145985" cy="145985"/>
            </a:xfrm>
            <a:prstGeom prst="rect">
              <a:avLst/>
            </a:prstGeom>
          </p:spPr>
        </p:pic>
      </p:grpSp>
      <p:grpSp>
        <p:nvGrpSpPr>
          <p:cNvPr id="48" name="object 48"/>
          <p:cNvGrpSpPr/>
          <p:nvPr/>
        </p:nvGrpSpPr>
        <p:grpSpPr>
          <a:xfrm>
            <a:off x="-2617" y="-2618"/>
            <a:ext cx="9646285" cy="1894839"/>
            <a:chOff x="-2617" y="-2618"/>
            <a:chExt cx="9646285" cy="1894839"/>
          </a:xfrm>
        </p:grpSpPr>
        <p:sp>
          <p:nvSpPr>
            <p:cNvPr id="49" name="object 49"/>
            <p:cNvSpPr/>
            <p:nvPr/>
          </p:nvSpPr>
          <p:spPr>
            <a:xfrm>
              <a:off x="0" y="0"/>
              <a:ext cx="9640570" cy="1889760"/>
            </a:xfrm>
            <a:custGeom>
              <a:avLst/>
              <a:gdLst/>
              <a:ahLst/>
              <a:cxnLst/>
              <a:rect l="l" t="t" r="r" b="b"/>
              <a:pathLst>
                <a:path w="9640570" h="1889760">
                  <a:moveTo>
                    <a:pt x="9640480" y="0"/>
                  </a:moveTo>
                  <a:lnTo>
                    <a:pt x="0" y="0"/>
                  </a:lnTo>
                  <a:lnTo>
                    <a:pt x="0" y="1889403"/>
                  </a:lnTo>
                  <a:lnTo>
                    <a:pt x="8611831" y="1889403"/>
                  </a:lnTo>
                  <a:lnTo>
                    <a:pt x="8660254" y="1888283"/>
                  </a:lnTo>
                  <a:lnTo>
                    <a:pt x="8708101" y="1884957"/>
                  </a:lnTo>
                  <a:lnTo>
                    <a:pt x="8755322" y="1879474"/>
                  </a:lnTo>
                  <a:lnTo>
                    <a:pt x="8801869" y="1871884"/>
                  </a:lnTo>
                  <a:lnTo>
                    <a:pt x="8847691" y="1862235"/>
                  </a:lnTo>
                  <a:lnTo>
                    <a:pt x="8892739" y="1850578"/>
                  </a:lnTo>
                  <a:lnTo>
                    <a:pt x="8936964" y="1836962"/>
                  </a:lnTo>
                  <a:lnTo>
                    <a:pt x="8980316" y="1821435"/>
                  </a:lnTo>
                  <a:lnTo>
                    <a:pt x="9022746" y="1804048"/>
                  </a:lnTo>
                  <a:lnTo>
                    <a:pt x="9064205" y="1784850"/>
                  </a:lnTo>
                  <a:lnTo>
                    <a:pt x="9104643" y="1763890"/>
                  </a:lnTo>
                  <a:lnTo>
                    <a:pt x="9144011" y="1741218"/>
                  </a:lnTo>
                  <a:lnTo>
                    <a:pt x="9182259" y="1716882"/>
                  </a:lnTo>
                  <a:lnTo>
                    <a:pt x="9219338" y="1690933"/>
                  </a:lnTo>
                  <a:lnTo>
                    <a:pt x="9255199" y="1663420"/>
                  </a:lnTo>
                  <a:lnTo>
                    <a:pt x="9289792" y="1634393"/>
                  </a:lnTo>
                  <a:lnTo>
                    <a:pt x="9323067" y="1603899"/>
                  </a:lnTo>
                  <a:lnTo>
                    <a:pt x="9354976" y="1571990"/>
                  </a:lnTo>
                  <a:lnTo>
                    <a:pt x="9385470" y="1538714"/>
                  </a:lnTo>
                  <a:lnTo>
                    <a:pt x="9414497" y="1504122"/>
                  </a:lnTo>
                  <a:lnTo>
                    <a:pt x="9442010" y="1468261"/>
                  </a:lnTo>
                  <a:lnTo>
                    <a:pt x="9467959" y="1431182"/>
                  </a:lnTo>
                  <a:lnTo>
                    <a:pt x="9492295" y="1392933"/>
                  </a:lnTo>
                  <a:lnTo>
                    <a:pt x="9514967" y="1353566"/>
                  </a:lnTo>
                  <a:lnTo>
                    <a:pt x="9535927" y="1313128"/>
                  </a:lnTo>
                  <a:lnTo>
                    <a:pt x="9555125" y="1271669"/>
                  </a:lnTo>
                  <a:lnTo>
                    <a:pt x="9572512" y="1229239"/>
                  </a:lnTo>
                  <a:lnTo>
                    <a:pt x="9588039" y="1185887"/>
                  </a:lnTo>
                  <a:lnTo>
                    <a:pt x="9601655" y="1141662"/>
                  </a:lnTo>
                  <a:lnTo>
                    <a:pt x="9613313" y="1096614"/>
                  </a:lnTo>
                  <a:lnTo>
                    <a:pt x="9622961" y="1050792"/>
                  </a:lnTo>
                  <a:lnTo>
                    <a:pt x="9630551" y="1004245"/>
                  </a:lnTo>
                  <a:lnTo>
                    <a:pt x="9636034" y="957024"/>
                  </a:lnTo>
                  <a:lnTo>
                    <a:pt x="9639360" y="909177"/>
                  </a:lnTo>
                  <a:lnTo>
                    <a:pt x="9640480" y="860753"/>
                  </a:lnTo>
                  <a:lnTo>
                    <a:pt x="9640480" y="0"/>
                  </a:lnTo>
                  <a:close/>
                </a:path>
              </a:pathLst>
            </a:custGeom>
            <a:solidFill>
              <a:srgbClr val="3448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0" y="0"/>
              <a:ext cx="9640570" cy="1889760"/>
            </a:xfrm>
            <a:custGeom>
              <a:avLst/>
              <a:gdLst/>
              <a:ahLst/>
              <a:cxnLst/>
              <a:rect l="l" t="t" r="r" b="b"/>
              <a:pathLst>
                <a:path w="9640570" h="1889760">
                  <a:moveTo>
                    <a:pt x="9640480" y="0"/>
                  </a:moveTo>
                  <a:lnTo>
                    <a:pt x="9640480" y="860753"/>
                  </a:lnTo>
                  <a:lnTo>
                    <a:pt x="9639360" y="909177"/>
                  </a:lnTo>
                  <a:lnTo>
                    <a:pt x="9636034" y="957024"/>
                  </a:lnTo>
                  <a:lnTo>
                    <a:pt x="9630551" y="1004245"/>
                  </a:lnTo>
                  <a:lnTo>
                    <a:pt x="9622961" y="1050792"/>
                  </a:lnTo>
                  <a:lnTo>
                    <a:pt x="9613313" y="1096614"/>
                  </a:lnTo>
                  <a:lnTo>
                    <a:pt x="9601655" y="1141662"/>
                  </a:lnTo>
                  <a:lnTo>
                    <a:pt x="9588039" y="1185887"/>
                  </a:lnTo>
                  <a:lnTo>
                    <a:pt x="9572512" y="1229239"/>
                  </a:lnTo>
                  <a:lnTo>
                    <a:pt x="9555125" y="1271669"/>
                  </a:lnTo>
                  <a:lnTo>
                    <a:pt x="9535927" y="1313128"/>
                  </a:lnTo>
                  <a:lnTo>
                    <a:pt x="9514967" y="1353566"/>
                  </a:lnTo>
                  <a:lnTo>
                    <a:pt x="9492295" y="1392933"/>
                  </a:lnTo>
                  <a:lnTo>
                    <a:pt x="9467959" y="1431182"/>
                  </a:lnTo>
                  <a:lnTo>
                    <a:pt x="9442010" y="1468261"/>
                  </a:lnTo>
                  <a:lnTo>
                    <a:pt x="9414497" y="1504122"/>
                  </a:lnTo>
                  <a:lnTo>
                    <a:pt x="9385470" y="1538714"/>
                  </a:lnTo>
                  <a:lnTo>
                    <a:pt x="9354976" y="1571990"/>
                  </a:lnTo>
                  <a:lnTo>
                    <a:pt x="9323067" y="1603899"/>
                  </a:lnTo>
                  <a:lnTo>
                    <a:pt x="9289792" y="1634393"/>
                  </a:lnTo>
                  <a:lnTo>
                    <a:pt x="9255199" y="1663420"/>
                  </a:lnTo>
                  <a:lnTo>
                    <a:pt x="9219338" y="1690933"/>
                  </a:lnTo>
                  <a:lnTo>
                    <a:pt x="9182259" y="1716882"/>
                  </a:lnTo>
                  <a:lnTo>
                    <a:pt x="9144011" y="1741218"/>
                  </a:lnTo>
                  <a:lnTo>
                    <a:pt x="9104643" y="1763890"/>
                  </a:lnTo>
                  <a:lnTo>
                    <a:pt x="9064205" y="1784850"/>
                  </a:lnTo>
                  <a:lnTo>
                    <a:pt x="9022746" y="1804048"/>
                  </a:lnTo>
                  <a:lnTo>
                    <a:pt x="8980316" y="1821435"/>
                  </a:lnTo>
                  <a:lnTo>
                    <a:pt x="8936964" y="1836962"/>
                  </a:lnTo>
                  <a:lnTo>
                    <a:pt x="8892739" y="1850578"/>
                  </a:lnTo>
                  <a:lnTo>
                    <a:pt x="8847691" y="1862235"/>
                  </a:lnTo>
                  <a:lnTo>
                    <a:pt x="8801869" y="1871884"/>
                  </a:lnTo>
                  <a:lnTo>
                    <a:pt x="8755322" y="1879474"/>
                  </a:lnTo>
                  <a:lnTo>
                    <a:pt x="8708101" y="1884957"/>
                  </a:lnTo>
                  <a:lnTo>
                    <a:pt x="8660254" y="1888283"/>
                  </a:lnTo>
                  <a:lnTo>
                    <a:pt x="8611831" y="1889403"/>
                  </a:lnTo>
                  <a:lnTo>
                    <a:pt x="0" y="1889403"/>
                  </a:lnTo>
                </a:path>
              </a:pathLst>
            </a:custGeom>
            <a:ln w="5235">
              <a:solidFill>
                <a:srgbClr val="BD4A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>
            <a:spLocks noGrp="1"/>
          </p:cNvSpPr>
          <p:nvPr>
            <p:ph type="title"/>
          </p:nvPr>
        </p:nvSpPr>
        <p:spPr>
          <a:xfrm>
            <a:off x="347513" y="397719"/>
            <a:ext cx="8804910" cy="11563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299"/>
              </a:lnSpc>
              <a:spcBef>
                <a:spcPts val="95"/>
              </a:spcBef>
            </a:pPr>
            <a:r>
              <a:rPr sz="3700" dirty="0"/>
              <a:t>Public</a:t>
            </a:r>
            <a:r>
              <a:rPr sz="3700" spc="105" dirty="0"/>
              <a:t> </a:t>
            </a:r>
            <a:r>
              <a:rPr sz="3700" dirty="0"/>
              <a:t>Health</a:t>
            </a:r>
            <a:r>
              <a:rPr sz="3700" spc="110" dirty="0"/>
              <a:t> </a:t>
            </a:r>
            <a:r>
              <a:rPr sz="3700" spc="-50" dirty="0"/>
              <a:t>Emergency</a:t>
            </a:r>
            <a:r>
              <a:rPr sz="3700" spc="110" dirty="0"/>
              <a:t> </a:t>
            </a:r>
            <a:r>
              <a:rPr sz="3700" spc="-125" dirty="0"/>
              <a:t>Management </a:t>
            </a:r>
            <a:r>
              <a:rPr sz="3700" dirty="0">
                <a:solidFill>
                  <a:srgbClr val="BD4A5F"/>
                </a:solidFill>
              </a:rPr>
              <a:t>Workﬂow</a:t>
            </a:r>
            <a:r>
              <a:rPr sz="3700" spc="-70" dirty="0">
                <a:solidFill>
                  <a:srgbClr val="BD4A5F"/>
                </a:solidFill>
              </a:rPr>
              <a:t> </a:t>
            </a:r>
            <a:r>
              <a:rPr sz="3700" spc="75" dirty="0"/>
              <a:t>using</a:t>
            </a:r>
            <a:r>
              <a:rPr sz="3700" spc="-65" dirty="0"/>
              <a:t> </a:t>
            </a:r>
            <a:r>
              <a:rPr sz="3700" spc="60" dirty="0"/>
              <a:t>ePHEM</a:t>
            </a:r>
            <a:endParaRPr sz="3700"/>
          </a:p>
        </p:txBody>
      </p:sp>
      <p:sp>
        <p:nvSpPr>
          <p:cNvPr id="52" name="object 52"/>
          <p:cNvSpPr/>
          <p:nvPr/>
        </p:nvSpPr>
        <p:spPr>
          <a:xfrm>
            <a:off x="0" y="11298085"/>
            <a:ext cx="20104100" cy="10795"/>
          </a:xfrm>
          <a:custGeom>
            <a:avLst/>
            <a:gdLst/>
            <a:ahLst/>
            <a:cxnLst/>
            <a:rect l="l" t="t" r="r" b="b"/>
            <a:pathLst>
              <a:path w="20104100" h="10795">
                <a:moveTo>
                  <a:pt x="20104100" y="0"/>
                </a:moveTo>
                <a:lnTo>
                  <a:pt x="0" y="0"/>
                </a:lnTo>
                <a:lnTo>
                  <a:pt x="0" y="10470"/>
                </a:lnTo>
                <a:lnTo>
                  <a:pt x="20104100" y="10470"/>
                </a:lnTo>
                <a:lnTo>
                  <a:pt x="20104100" y="0"/>
                </a:lnTo>
                <a:close/>
              </a:path>
            </a:pathLst>
          </a:custGeom>
          <a:solidFill>
            <a:srgbClr val="BD4A5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411936B-86D5-73E9-0E85-F36137796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2DF0540-5EE6-9052-A6BB-405F8ED1AB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70" y="398"/>
            <a:ext cx="20101419" cy="11307921"/>
          </a:xfrm>
          <a:custGeom>
            <a:avLst/>
            <a:gdLst/>
            <a:ahLst/>
            <a:cxnLst/>
            <a:rect l="l" t="t" r="r" b="b"/>
            <a:pathLst>
              <a:path w="20102830" h="11308715">
                <a:moveTo>
                  <a:pt x="20102633" y="0"/>
                </a:moveTo>
                <a:lnTo>
                  <a:pt x="0" y="0"/>
                </a:lnTo>
                <a:lnTo>
                  <a:pt x="0" y="11308556"/>
                </a:lnTo>
                <a:lnTo>
                  <a:pt x="20102633" y="11308556"/>
                </a:lnTo>
                <a:lnTo>
                  <a:pt x="20102633" y="0"/>
                </a:lnTo>
                <a:close/>
              </a:path>
            </a:pathLst>
          </a:custGeom>
          <a:solidFill>
            <a:srgbClr val="2C3D50"/>
          </a:solidFill>
        </p:spPr>
        <p:txBody>
          <a:bodyPr wrap="square" lIns="0" tIns="0" rIns="0" bIns="0" rtlCol="0"/>
          <a:lstStyle/>
          <a:p>
            <a:pPr algn="l" defTabSz="1507846" rtl="0"/>
            <a:endParaRPr sz="2968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grpSp>
        <p:nvGrpSpPr>
          <p:cNvPr id="238" name="object 2">
            <a:extLst>
              <a:ext uri="{FF2B5EF4-FFF2-40B4-BE49-F238E27FC236}">
                <a16:creationId xmlns:a16="http://schemas.microsoft.com/office/drawing/2014/main" id="{3B387C3F-75F1-20D8-5B04-3739B32E9B4D}"/>
              </a:ext>
            </a:extLst>
          </p:cNvPr>
          <p:cNvGrpSpPr/>
          <p:nvPr/>
        </p:nvGrpSpPr>
        <p:grpSpPr>
          <a:xfrm>
            <a:off x="48660" y="3643"/>
            <a:ext cx="20057608" cy="1764199"/>
            <a:chOff x="47957" y="3245"/>
            <a:chExt cx="20059015" cy="2987040"/>
          </a:xfrm>
        </p:grpSpPr>
        <p:sp>
          <p:nvSpPr>
            <p:cNvPr id="239" name="object 3">
              <a:extLst>
                <a:ext uri="{FF2B5EF4-FFF2-40B4-BE49-F238E27FC236}">
                  <a16:creationId xmlns:a16="http://schemas.microsoft.com/office/drawing/2014/main" id="{732CBCD2-0E2A-ED9B-085F-C3309F5E80B7}"/>
                </a:ext>
              </a:extLst>
            </p:cNvPr>
            <p:cNvSpPr/>
            <p:nvPr/>
          </p:nvSpPr>
          <p:spPr>
            <a:xfrm>
              <a:off x="50574" y="5863"/>
              <a:ext cx="20053935" cy="2981325"/>
            </a:xfrm>
            <a:custGeom>
              <a:avLst/>
              <a:gdLst/>
              <a:ahLst/>
              <a:cxnLst/>
              <a:rect l="l" t="t" r="r" b="b"/>
              <a:pathLst>
                <a:path w="20053935" h="2981325">
                  <a:moveTo>
                    <a:pt x="20053525" y="0"/>
                  </a:moveTo>
                  <a:lnTo>
                    <a:pt x="0" y="0"/>
                  </a:lnTo>
                  <a:lnTo>
                    <a:pt x="0" y="2981197"/>
                  </a:lnTo>
                  <a:lnTo>
                    <a:pt x="18945810" y="2981197"/>
                  </a:lnTo>
                  <a:lnTo>
                    <a:pt x="18994435" y="2980260"/>
                  </a:lnTo>
                  <a:lnTo>
                    <a:pt x="19042584" y="2977471"/>
                  </a:lnTo>
                  <a:lnTo>
                    <a:pt x="19090224" y="2972866"/>
                  </a:lnTo>
                  <a:lnTo>
                    <a:pt x="19137321" y="2966478"/>
                  </a:lnTo>
                  <a:lnTo>
                    <a:pt x="19183840" y="2958342"/>
                  </a:lnTo>
                  <a:lnTo>
                    <a:pt x="19229746" y="2948492"/>
                  </a:lnTo>
                  <a:lnTo>
                    <a:pt x="19275005" y="2936963"/>
                  </a:lnTo>
                  <a:lnTo>
                    <a:pt x="19319582" y="2923789"/>
                  </a:lnTo>
                  <a:lnTo>
                    <a:pt x="19363444" y="2909005"/>
                  </a:lnTo>
                  <a:lnTo>
                    <a:pt x="19406556" y="2892644"/>
                  </a:lnTo>
                  <a:lnTo>
                    <a:pt x="19448884" y="2874742"/>
                  </a:lnTo>
                  <a:lnTo>
                    <a:pt x="19490392" y="2855333"/>
                  </a:lnTo>
                  <a:lnTo>
                    <a:pt x="19531047" y="2834451"/>
                  </a:lnTo>
                  <a:lnTo>
                    <a:pt x="19570814" y="2812130"/>
                  </a:lnTo>
                  <a:lnTo>
                    <a:pt x="19609659" y="2788406"/>
                  </a:lnTo>
                  <a:lnTo>
                    <a:pt x="19647547" y="2763312"/>
                  </a:lnTo>
                  <a:lnTo>
                    <a:pt x="19684444" y="2736883"/>
                  </a:lnTo>
                  <a:lnTo>
                    <a:pt x="19720316" y="2709153"/>
                  </a:lnTo>
                  <a:lnTo>
                    <a:pt x="19755128" y="2680156"/>
                  </a:lnTo>
                  <a:lnTo>
                    <a:pt x="19788845" y="2649928"/>
                  </a:lnTo>
                  <a:lnTo>
                    <a:pt x="19821434" y="2618502"/>
                  </a:lnTo>
                  <a:lnTo>
                    <a:pt x="19852860" y="2585913"/>
                  </a:lnTo>
                  <a:lnTo>
                    <a:pt x="19883088" y="2552196"/>
                  </a:lnTo>
                  <a:lnTo>
                    <a:pt x="19912084" y="2517384"/>
                  </a:lnTo>
                  <a:lnTo>
                    <a:pt x="19939814" y="2481512"/>
                  </a:lnTo>
                  <a:lnTo>
                    <a:pt x="19966243" y="2444615"/>
                  </a:lnTo>
                  <a:lnTo>
                    <a:pt x="19991337" y="2406727"/>
                  </a:lnTo>
                  <a:lnTo>
                    <a:pt x="20015062" y="2367882"/>
                  </a:lnTo>
                  <a:lnTo>
                    <a:pt x="20037382" y="2328115"/>
                  </a:lnTo>
                  <a:lnTo>
                    <a:pt x="20053525" y="2296687"/>
                  </a:lnTo>
                  <a:lnTo>
                    <a:pt x="20053525" y="0"/>
                  </a:lnTo>
                  <a:close/>
                </a:path>
              </a:pathLst>
            </a:custGeom>
            <a:solidFill>
              <a:srgbClr val="34485E"/>
            </a:solidFill>
          </p:spPr>
          <p:txBody>
            <a:bodyPr wrap="square" lIns="0" tIns="0" rIns="0" bIns="0" rtlCol="0"/>
            <a:lstStyle/>
            <a:p>
              <a:pPr algn="l" defTabSz="1507846" rtl="0"/>
              <a:endParaRPr sz="2968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0" name="object 4">
              <a:extLst>
                <a:ext uri="{FF2B5EF4-FFF2-40B4-BE49-F238E27FC236}">
                  <a16:creationId xmlns:a16="http://schemas.microsoft.com/office/drawing/2014/main" id="{85045B5E-7E46-2CD2-1795-9BC36A8F2EDF}"/>
                </a:ext>
              </a:extLst>
            </p:cNvPr>
            <p:cNvSpPr/>
            <p:nvPr/>
          </p:nvSpPr>
          <p:spPr>
            <a:xfrm>
              <a:off x="50574" y="5863"/>
              <a:ext cx="20053935" cy="2981325"/>
            </a:xfrm>
            <a:custGeom>
              <a:avLst/>
              <a:gdLst/>
              <a:ahLst/>
              <a:cxnLst/>
              <a:rect l="l" t="t" r="r" b="b"/>
              <a:pathLst>
                <a:path w="20053935" h="2981325">
                  <a:moveTo>
                    <a:pt x="20053525" y="2296687"/>
                  </a:moveTo>
                  <a:lnTo>
                    <a:pt x="20015062" y="2367882"/>
                  </a:lnTo>
                  <a:lnTo>
                    <a:pt x="19991337" y="2406727"/>
                  </a:lnTo>
                  <a:lnTo>
                    <a:pt x="19966243" y="2444615"/>
                  </a:lnTo>
                  <a:lnTo>
                    <a:pt x="19939814" y="2481512"/>
                  </a:lnTo>
                  <a:lnTo>
                    <a:pt x="19912084" y="2517384"/>
                  </a:lnTo>
                  <a:lnTo>
                    <a:pt x="19883088" y="2552196"/>
                  </a:lnTo>
                  <a:lnTo>
                    <a:pt x="19852860" y="2585913"/>
                  </a:lnTo>
                  <a:lnTo>
                    <a:pt x="19821434" y="2618502"/>
                  </a:lnTo>
                  <a:lnTo>
                    <a:pt x="19788845" y="2649928"/>
                  </a:lnTo>
                  <a:lnTo>
                    <a:pt x="19755128" y="2680156"/>
                  </a:lnTo>
                  <a:lnTo>
                    <a:pt x="19720316" y="2709153"/>
                  </a:lnTo>
                  <a:lnTo>
                    <a:pt x="19684444" y="2736883"/>
                  </a:lnTo>
                  <a:lnTo>
                    <a:pt x="19647547" y="2763312"/>
                  </a:lnTo>
                  <a:lnTo>
                    <a:pt x="19609659" y="2788406"/>
                  </a:lnTo>
                  <a:lnTo>
                    <a:pt x="19570814" y="2812130"/>
                  </a:lnTo>
                  <a:lnTo>
                    <a:pt x="19531047" y="2834451"/>
                  </a:lnTo>
                  <a:lnTo>
                    <a:pt x="19490392" y="2855333"/>
                  </a:lnTo>
                  <a:lnTo>
                    <a:pt x="19448884" y="2874742"/>
                  </a:lnTo>
                  <a:lnTo>
                    <a:pt x="19406556" y="2892644"/>
                  </a:lnTo>
                  <a:lnTo>
                    <a:pt x="19363444" y="2909005"/>
                  </a:lnTo>
                  <a:lnTo>
                    <a:pt x="19319582" y="2923789"/>
                  </a:lnTo>
                  <a:lnTo>
                    <a:pt x="19275005" y="2936963"/>
                  </a:lnTo>
                  <a:lnTo>
                    <a:pt x="19229746" y="2948492"/>
                  </a:lnTo>
                  <a:lnTo>
                    <a:pt x="19183840" y="2958342"/>
                  </a:lnTo>
                  <a:lnTo>
                    <a:pt x="19137321" y="2966478"/>
                  </a:lnTo>
                  <a:lnTo>
                    <a:pt x="19090224" y="2972866"/>
                  </a:lnTo>
                  <a:lnTo>
                    <a:pt x="19042584" y="2977471"/>
                  </a:lnTo>
                  <a:lnTo>
                    <a:pt x="18994435" y="2980260"/>
                  </a:lnTo>
                  <a:lnTo>
                    <a:pt x="18945810" y="2981197"/>
                  </a:lnTo>
                  <a:lnTo>
                    <a:pt x="0" y="2981197"/>
                  </a:lnTo>
                  <a:lnTo>
                    <a:pt x="0" y="0"/>
                  </a:lnTo>
                  <a:lnTo>
                    <a:pt x="20053525" y="0"/>
                  </a:lnTo>
                </a:path>
              </a:pathLst>
            </a:custGeom>
            <a:ln w="5235">
              <a:solidFill>
                <a:srgbClr val="BD4A5F"/>
              </a:solidFill>
            </a:ln>
          </p:spPr>
          <p:txBody>
            <a:bodyPr wrap="square" lIns="0" tIns="0" rIns="0" bIns="0" rtlCol="0"/>
            <a:lstStyle/>
            <a:p>
              <a:pPr algn="l" defTabSz="1507846" rtl="0"/>
              <a:endParaRPr sz="2968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41" name="Title 1">
            <a:extLst>
              <a:ext uri="{FF2B5EF4-FFF2-40B4-BE49-F238E27FC236}">
                <a16:creationId xmlns:a16="http://schemas.microsoft.com/office/drawing/2014/main" id="{989F2964-AD63-5077-0141-5113977E8F9D}"/>
              </a:ext>
            </a:extLst>
          </p:cNvPr>
          <p:cNvSpPr txBox="1">
            <a:spLocks/>
          </p:cNvSpPr>
          <p:nvPr/>
        </p:nvSpPr>
        <p:spPr>
          <a:xfrm>
            <a:off x="851652" y="204102"/>
            <a:ext cx="17339786" cy="218579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algn="l" defTabSz="1507846" rtl="0"/>
            <a:r>
              <a:rPr lang="en-US" sz="7256" dirty="0">
                <a:solidFill>
                  <a:srgbClr val="BD4A5F"/>
                </a:solidFill>
                <a:latin typeface="Aptos Display (Headings)"/>
              </a:rPr>
              <a:t>S</a:t>
            </a:r>
            <a:r>
              <a:rPr lang="en-US" sz="7256" dirty="0">
                <a:solidFill>
                  <a:prstClr val="white"/>
                </a:solidFill>
                <a:latin typeface="Aptos Display (Headings)"/>
              </a:rPr>
              <a:t>tatus &amp; </a:t>
            </a:r>
            <a:r>
              <a:rPr lang="en-US" sz="7256" dirty="0">
                <a:solidFill>
                  <a:srgbClr val="BD4A5F"/>
                </a:solidFill>
                <a:latin typeface="Aptos Display (Headings)"/>
              </a:rPr>
              <a:t>F</a:t>
            </a:r>
            <a:r>
              <a:rPr lang="en-US" sz="7256" dirty="0">
                <a:solidFill>
                  <a:prstClr val="white"/>
                </a:solidFill>
                <a:latin typeface="Aptos Display (Headings)"/>
              </a:rPr>
              <a:t>ootprint</a:t>
            </a:r>
            <a:endParaRPr lang="en-GB" sz="7256" dirty="0">
              <a:solidFill>
                <a:prstClr val="white"/>
              </a:solidFill>
              <a:latin typeface="Aptos Display (Headings)"/>
            </a:endParaRPr>
          </a:p>
        </p:txBody>
      </p:sp>
      <p:pic>
        <p:nvPicPr>
          <p:cNvPr id="231" name="Graphic 230">
            <a:extLst>
              <a:ext uri="{FF2B5EF4-FFF2-40B4-BE49-F238E27FC236}">
                <a16:creationId xmlns:a16="http://schemas.microsoft.com/office/drawing/2014/main" id="{022D5DB4-B5FF-58E0-3C59-C94C7B494B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5130" y="1598665"/>
            <a:ext cx="20104100" cy="9670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486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0235" rIns="0" bIns="0" rtlCol="0">
            <a:spAutoFit/>
          </a:bodyPr>
          <a:lstStyle/>
          <a:p>
            <a:pPr marL="125730">
              <a:lnSpc>
                <a:spcPct val="100000"/>
              </a:lnSpc>
              <a:spcBef>
                <a:spcPts val="114"/>
              </a:spcBef>
            </a:pPr>
            <a:r>
              <a:rPr sz="4600" spc="-55" dirty="0">
                <a:solidFill>
                  <a:srgbClr val="BD4A5F"/>
                </a:solidFill>
              </a:rPr>
              <a:t>C</a:t>
            </a:r>
            <a:r>
              <a:rPr sz="3450" spc="-55" dirty="0"/>
              <a:t>ommunity</a:t>
            </a:r>
            <a:r>
              <a:rPr sz="3450" spc="-45" dirty="0"/>
              <a:t> </a:t>
            </a:r>
            <a:r>
              <a:rPr sz="3450" dirty="0"/>
              <a:t>&amp;</a:t>
            </a:r>
            <a:r>
              <a:rPr sz="3450" spc="-45" dirty="0"/>
              <a:t> </a:t>
            </a:r>
            <a:r>
              <a:rPr lang="en-GB" sz="4600" spc="125" dirty="0">
                <a:solidFill>
                  <a:srgbClr val="BD4A5F"/>
                </a:solidFill>
              </a:rPr>
              <a:t>P</a:t>
            </a:r>
            <a:r>
              <a:rPr lang="en-GB" sz="3450" spc="125" dirty="0"/>
              <a:t>artners</a:t>
            </a:r>
            <a:endParaRPr sz="3450" dirty="0"/>
          </a:p>
        </p:txBody>
      </p:sp>
      <p:grpSp>
        <p:nvGrpSpPr>
          <p:cNvPr id="3" name="object 3"/>
          <p:cNvGrpSpPr/>
          <p:nvPr/>
        </p:nvGrpSpPr>
        <p:grpSpPr>
          <a:xfrm>
            <a:off x="0" y="3707981"/>
            <a:ext cx="20104100" cy="4227195"/>
            <a:chOff x="0" y="3707981"/>
            <a:chExt cx="20104100" cy="4227195"/>
          </a:xfrm>
        </p:grpSpPr>
        <p:sp>
          <p:nvSpPr>
            <p:cNvPr id="4" name="object 4"/>
            <p:cNvSpPr/>
            <p:nvPr/>
          </p:nvSpPr>
          <p:spPr>
            <a:xfrm>
              <a:off x="0" y="3707981"/>
              <a:ext cx="20104100" cy="4227195"/>
            </a:xfrm>
            <a:custGeom>
              <a:avLst/>
              <a:gdLst/>
              <a:ahLst/>
              <a:cxnLst/>
              <a:rect l="l" t="t" r="r" b="b"/>
              <a:pathLst>
                <a:path w="20104100" h="4227195">
                  <a:moveTo>
                    <a:pt x="20104100" y="0"/>
                  </a:moveTo>
                  <a:lnTo>
                    <a:pt x="0" y="0"/>
                  </a:lnTo>
                  <a:lnTo>
                    <a:pt x="0" y="4227138"/>
                  </a:lnTo>
                  <a:lnTo>
                    <a:pt x="20104100" y="4227138"/>
                  </a:lnTo>
                  <a:lnTo>
                    <a:pt x="20104100" y="0"/>
                  </a:lnTo>
                  <a:close/>
                </a:path>
              </a:pathLst>
            </a:custGeom>
            <a:solidFill>
              <a:srgbClr val="E9EAEA">
                <a:alpha val="9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778944" y="4103822"/>
              <a:ext cx="1865943" cy="147122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8866" y="6261704"/>
              <a:ext cx="1428302" cy="142830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18758" y="4337085"/>
              <a:ext cx="2447343" cy="100469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61321" y="6169522"/>
              <a:ext cx="3697138" cy="161266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5800" y="4204391"/>
              <a:ext cx="2314432" cy="127008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84631" y="4151729"/>
              <a:ext cx="2971075" cy="137541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074230" y="3860912"/>
              <a:ext cx="3486181" cy="195704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10865" y="6384337"/>
              <a:ext cx="3744184" cy="118303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488447" y="6375052"/>
              <a:ext cx="2703634" cy="120161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022077" y="6475237"/>
              <a:ext cx="3379676" cy="1001240"/>
            </a:xfrm>
            <a:prstGeom prst="rect">
              <a:avLst/>
            </a:prstGeom>
          </p:spPr>
        </p:pic>
      </p:grpSp>
      <p:sp>
        <p:nvSpPr>
          <p:cNvPr id="15" name="object 15"/>
          <p:cNvSpPr/>
          <p:nvPr/>
        </p:nvSpPr>
        <p:spPr>
          <a:xfrm>
            <a:off x="0" y="11298085"/>
            <a:ext cx="20104100" cy="10795"/>
          </a:xfrm>
          <a:custGeom>
            <a:avLst/>
            <a:gdLst/>
            <a:ahLst/>
            <a:cxnLst/>
            <a:rect l="l" t="t" r="r" b="b"/>
            <a:pathLst>
              <a:path w="20104100" h="10795">
                <a:moveTo>
                  <a:pt x="20104100" y="0"/>
                </a:moveTo>
                <a:lnTo>
                  <a:pt x="0" y="0"/>
                </a:lnTo>
                <a:lnTo>
                  <a:pt x="0" y="10470"/>
                </a:lnTo>
                <a:lnTo>
                  <a:pt x="20104100" y="10470"/>
                </a:lnTo>
                <a:lnTo>
                  <a:pt x="20104100" y="0"/>
                </a:lnTo>
                <a:close/>
              </a:path>
            </a:pathLst>
          </a:custGeom>
          <a:solidFill>
            <a:srgbClr val="BD4A5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00007" y="1200471"/>
            <a:ext cx="18747105" cy="9909175"/>
            <a:chOff x="700007" y="1200471"/>
            <a:chExt cx="18747105" cy="99091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0007" y="1200471"/>
              <a:ext cx="18747043" cy="990880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44704" y="1599655"/>
              <a:ext cx="17614699" cy="877479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67129" y="2396021"/>
              <a:ext cx="1411913" cy="1411913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4360483" y="3908685"/>
            <a:ext cx="2073275" cy="112204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08610">
              <a:lnSpc>
                <a:spcPct val="100000"/>
              </a:lnSpc>
              <a:spcBef>
                <a:spcPts val="770"/>
              </a:spcBef>
            </a:pPr>
            <a:r>
              <a:rPr sz="1200" b="1" dirty="0">
                <a:solidFill>
                  <a:srgbClr val="FFFFFF"/>
                </a:solidFill>
                <a:latin typeface="Century Gothic"/>
                <a:cs typeface="Century Gothic"/>
              </a:rPr>
              <a:t>Initiate</a:t>
            </a:r>
            <a:r>
              <a:rPr sz="1200" b="1" spc="31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Request</a:t>
            </a:r>
            <a:endParaRPr sz="1200">
              <a:latin typeface="Century Gothic"/>
              <a:cs typeface="Century Gothic"/>
            </a:endParaRPr>
          </a:p>
          <a:p>
            <a:pPr marL="12700" marR="5080" algn="just">
              <a:lnSpc>
                <a:spcPct val="101800"/>
              </a:lnSpc>
              <a:spcBef>
                <a:spcPts val="650"/>
              </a:spcBef>
            </a:pPr>
            <a:r>
              <a:rPr sz="1200" spc="80" dirty="0">
                <a:solidFill>
                  <a:srgbClr val="FFFFFF"/>
                </a:solidFill>
                <a:latin typeface="Tahoma"/>
                <a:cs typeface="Tahoma"/>
              </a:rPr>
              <a:t>Contact</a:t>
            </a:r>
            <a:r>
              <a:rPr sz="1200" spc="22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1200" spc="55" dirty="0">
                <a:solidFill>
                  <a:srgbClr val="FFFFFF"/>
                </a:solidFill>
                <a:latin typeface="Tahoma"/>
                <a:cs typeface="Tahoma"/>
              </a:rPr>
              <a:t>your</a:t>
            </a:r>
            <a:r>
              <a:rPr sz="1200" spc="22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1200" spc="60" dirty="0">
                <a:solidFill>
                  <a:srgbClr val="FFFFFF"/>
                </a:solidFill>
                <a:latin typeface="Tahoma"/>
                <a:cs typeface="Tahoma"/>
              </a:rPr>
              <a:t>designated </a:t>
            </a:r>
            <a:r>
              <a:rPr sz="1200" spc="55" dirty="0">
                <a:solidFill>
                  <a:srgbClr val="FFFFFF"/>
                </a:solidFill>
                <a:latin typeface="Tahoma"/>
                <a:cs typeface="Tahoma"/>
              </a:rPr>
              <a:t>representative</a:t>
            </a:r>
            <a:r>
              <a:rPr sz="1200" spc="49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1200" spc="65" dirty="0">
                <a:solidFill>
                  <a:srgbClr val="FFFFFF"/>
                </a:solidFill>
                <a:latin typeface="Tahoma"/>
                <a:cs typeface="Tahoma"/>
              </a:rPr>
              <a:t>at</a:t>
            </a:r>
            <a:r>
              <a:rPr sz="1200" spc="49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WHO, </a:t>
            </a:r>
            <a:r>
              <a:rPr sz="1200" spc="65" dirty="0">
                <a:solidFill>
                  <a:srgbClr val="FFFFFF"/>
                </a:solidFill>
                <a:latin typeface="Tahoma"/>
                <a:cs typeface="Tahoma"/>
              </a:rPr>
              <a:t>Africa</a:t>
            </a:r>
            <a:r>
              <a:rPr sz="1200" spc="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CDC,</a:t>
            </a:r>
            <a:r>
              <a:rPr sz="1200" spc="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or</a:t>
            </a:r>
            <a:r>
              <a:rPr sz="1200" spc="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GIZ,</a:t>
            </a:r>
            <a:r>
              <a:rPr sz="1200" spc="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75" dirty="0">
                <a:solidFill>
                  <a:srgbClr val="FFFFFF"/>
                </a:solidFill>
                <a:latin typeface="Tahoma"/>
                <a:cs typeface="Tahoma"/>
              </a:rPr>
              <a:t>copying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  <a:hlinkClick r:id="rId5"/>
              </a:rPr>
              <a:t>(ephem@who.int)</a:t>
            </a:r>
            <a:r>
              <a:rPr sz="1200" spc="35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1200" spc="35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1200" spc="45" dirty="0">
                <a:solidFill>
                  <a:srgbClr val="FFFFFF"/>
                </a:solidFill>
                <a:latin typeface="Tahoma"/>
                <a:cs typeface="Tahoma"/>
              </a:rPr>
              <a:t>your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60483" y="5003142"/>
            <a:ext cx="2073275" cy="586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1800"/>
              </a:lnSpc>
              <a:spcBef>
                <a:spcPts val="105"/>
              </a:spcBef>
              <a:tabLst>
                <a:tab pos="1906905" algn="l"/>
              </a:tabLst>
            </a:pPr>
            <a:r>
              <a:rPr sz="1200" spc="50" dirty="0">
                <a:solidFill>
                  <a:srgbClr val="FFFFFF"/>
                </a:solidFill>
                <a:latin typeface="Tahoma"/>
                <a:cs typeface="Tahoma"/>
              </a:rPr>
              <a:t>communication,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1200" spc="25" dirty="0">
                <a:solidFill>
                  <a:srgbClr val="FFFFFF"/>
                </a:solidFill>
                <a:latin typeface="Tahoma"/>
                <a:cs typeface="Tahoma"/>
              </a:rPr>
              <a:t>to </a:t>
            </a:r>
            <a:r>
              <a:rPr sz="1200" spc="80" dirty="0">
                <a:solidFill>
                  <a:srgbClr val="FFFFFF"/>
                </a:solidFill>
                <a:latin typeface="Tahoma"/>
                <a:cs typeface="Tahoma"/>
              </a:rPr>
              <a:t>ofﬁcially</a:t>
            </a:r>
            <a:r>
              <a:rPr sz="1200" spc="26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1200" spc="55" dirty="0">
                <a:solidFill>
                  <a:srgbClr val="FFFFFF"/>
                </a:solidFill>
                <a:latin typeface="Tahoma"/>
                <a:cs typeface="Tahoma"/>
              </a:rPr>
              <a:t>request</a:t>
            </a:r>
            <a:r>
              <a:rPr sz="1200" spc="26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1200" spc="60" dirty="0">
                <a:solidFill>
                  <a:srgbClr val="FFFFFF"/>
                </a:solidFill>
                <a:latin typeface="Tahoma"/>
                <a:cs typeface="Tahoma"/>
              </a:rPr>
              <a:t>ePHEM </a:t>
            </a:r>
            <a:r>
              <a:rPr sz="1200" spc="45" dirty="0">
                <a:solidFill>
                  <a:srgbClr val="FFFFFF"/>
                </a:solidFill>
                <a:latin typeface="Tahoma"/>
                <a:cs typeface="Tahoma"/>
              </a:rPr>
              <a:t>implementation.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-2617" y="-2617"/>
            <a:ext cx="15386050" cy="7606665"/>
            <a:chOff x="-2617" y="-2617"/>
            <a:chExt cx="15386050" cy="7606665"/>
          </a:xfrm>
        </p:grpSpPr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914286" y="2396021"/>
              <a:ext cx="1411906" cy="141191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88358" y="6191814"/>
              <a:ext cx="1411913" cy="141191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76012" y="6191814"/>
              <a:ext cx="1411913" cy="141191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970986" y="6191814"/>
              <a:ext cx="1411913" cy="141191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247512" y="2396021"/>
              <a:ext cx="1411913" cy="141191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564228" y="3787659"/>
              <a:ext cx="1736617" cy="2158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391694" y="3787659"/>
              <a:ext cx="1736617" cy="2158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564228" y="7579041"/>
              <a:ext cx="1736617" cy="2158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391694" y="7579041"/>
              <a:ext cx="1736617" cy="2158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0" y="0"/>
              <a:ext cx="4913630" cy="1527810"/>
            </a:xfrm>
            <a:custGeom>
              <a:avLst/>
              <a:gdLst/>
              <a:ahLst/>
              <a:cxnLst/>
              <a:rect l="l" t="t" r="r" b="b"/>
              <a:pathLst>
                <a:path w="4913630" h="1527810">
                  <a:moveTo>
                    <a:pt x="4913239" y="0"/>
                  </a:moveTo>
                  <a:lnTo>
                    <a:pt x="0" y="0"/>
                  </a:lnTo>
                  <a:lnTo>
                    <a:pt x="0" y="1527314"/>
                  </a:lnTo>
                  <a:lnTo>
                    <a:pt x="3310355" y="1527314"/>
                  </a:lnTo>
                  <a:lnTo>
                    <a:pt x="3358532" y="1526605"/>
                  </a:lnTo>
                  <a:lnTo>
                    <a:pt x="3406357" y="1524490"/>
                  </a:lnTo>
                  <a:lnTo>
                    <a:pt x="3453809" y="1520990"/>
                  </a:lnTo>
                  <a:lnTo>
                    <a:pt x="3500868" y="1516125"/>
                  </a:lnTo>
                  <a:lnTo>
                    <a:pt x="3547515" y="1509913"/>
                  </a:lnTo>
                  <a:lnTo>
                    <a:pt x="3593730" y="1502376"/>
                  </a:lnTo>
                  <a:lnTo>
                    <a:pt x="3639493" y="1493532"/>
                  </a:lnTo>
                  <a:lnTo>
                    <a:pt x="3684784" y="1483403"/>
                  </a:lnTo>
                  <a:lnTo>
                    <a:pt x="3729583" y="1472007"/>
                  </a:lnTo>
                  <a:lnTo>
                    <a:pt x="3773871" y="1459365"/>
                  </a:lnTo>
                  <a:lnTo>
                    <a:pt x="3817627" y="1445496"/>
                  </a:lnTo>
                  <a:lnTo>
                    <a:pt x="3860831" y="1430420"/>
                  </a:lnTo>
                  <a:lnTo>
                    <a:pt x="3903465" y="1414158"/>
                  </a:lnTo>
                  <a:lnTo>
                    <a:pt x="3945507" y="1396728"/>
                  </a:lnTo>
                  <a:lnTo>
                    <a:pt x="3986939" y="1378152"/>
                  </a:lnTo>
                  <a:lnTo>
                    <a:pt x="4027740" y="1358448"/>
                  </a:lnTo>
                  <a:lnTo>
                    <a:pt x="4067890" y="1337637"/>
                  </a:lnTo>
                  <a:lnTo>
                    <a:pt x="4107369" y="1315738"/>
                  </a:lnTo>
                  <a:lnTo>
                    <a:pt x="4146159" y="1292771"/>
                  </a:lnTo>
                  <a:lnTo>
                    <a:pt x="4184238" y="1268757"/>
                  </a:lnTo>
                  <a:lnTo>
                    <a:pt x="4221587" y="1243714"/>
                  </a:lnTo>
                  <a:lnTo>
                    <a:pt x="4258186" y="1217664"/>
                  </a:lnTo>
                  <a:lnTo>
                    <a:pt x="4294015" y="1190625"/>
                  </a:lnTo>
                  <a:lnTo>
                    <a:pt x="4329054" y="1162617"/>
                  </a:lnTo>
                  <a:lnTo>
                    <a:pt x="4363284" y="1133662"/>
                  </a:lnTo>
                  <a:lnTo>
                    <a:pt x="4396685" y="1103777"/>
                  </a:lnTo>
                  <a:lnTo>
                    <a:pt x="4429236" y="1072984"/>
                  </a:lnTo>
                  <a:lnTo>
                    <a:pt x="4460918" y="1041302"/>
                  </a:lnTo>
                  <a:lnTo>
                    <a:pt x="4491712" y="1008750"/>
                  </a:lnTo>
                  <a:lnTo>
                    <a:pt x="4521596" y="975350"/>
                  </a:lnTo>
                  <a:lnTo>
                    <a:pt x="4550552" y="941120"/>
                  </a:lnTo>
                  <a:lnTo>
                    <a:pt x="4578559" y="906080"/>
                  </a:lnTo>
                  <a:lnTo>
                    <a:pt x="4605598" y="870251"/>
                  </a:lnTo>
                  <a:lnTo>
                    <a:pt x="4631649" y="833652"/>
                  </a:lnTo>
                  <a:lnTo>
                    <a:pt x="4656691" y="796303"/>
                  </a:lnTo>
                  <a:lnTo>
                    <a:pt x="4680706" y="758224"/>
                  </a:lnTo>
                  <a:lnTo>
                    <a:pt x="4703672" y="719435"/>
                  </a:lnTo>
                  <a:lnTo>
                    <a:pt x="4725571" y="679955"/>
                  </a:lnTo>
                  <a:lnTo>
                    <a:pt x="4746382" y="639805"/>
                  </a:lnTo>
                  <a:lnTo>
                    <a:pt x="4766086" y="599004"/>
                  </a:lnTo>
                  <a:lnTo>
                    <a:pt x="4784663" y="557573"/>
                  </a:lnTo>
                  <a:lnTo>
                    <a:pt x="4802092" y="515530"/>
                  </a:lnTo>
                  <a:lnTo>
                    <a:pt x="4818355" y="472897"/>
                  </a:lnTo>
                  <a:lnTo>
                    <a:pt x="4833430" y="429692"/>
                  </a:lnTo>
                  <a:lnTo>
                    <a:pt x="4847299" y="385936"/>
                  </a:lnTo>
                  <a:lnTo>
                    <a:pt x="4859942" y="341648"/>
                  </a:lnTo>
                  <a:lnTo>
                    <a:pt x="4871337" y="296849"/>
                  </a:lnTo>
                  <a:lnTo>
                    <a:pt x="4881467" y="251558"/>
                  </a:lnTo>
                  <a:lnTo>
                    <a:pt x="4890310" y="205795"/>
                  </a:lnTo>
                  <a:lnTo>
                    <a:pt x="4897848" y="159581"/>
                  </a:lnTo>
                  <a:lnTo>
                    <a:pt x="4904059" y="112934"/>
                  </a:lnTo>
                  <a:lnTo>
                    <a:pt x="4908925" y="65874"/>
                  </a:lnTo>
                  <a:lnTo>
                    <a:pt x="4912425" y="18422"/>
                  </a:lnTo>
                  <a:lnTo>
                    <a:pt x="4913239" y="0"/>
                  </a:lnTo>
                  <a:close/>
                </a:path>
              </a:pathLst>
            </a:custGeom>
            <a:solidFill>
              <a:srgbClr val="3448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0" y="0"/>
              <a:ext cx="4913630" cy="1527810"/>
            </a:xfrm>
            <a:custGeom>
              <a:avLst/>
              <a:gdLst/>
              <a:ahLst/>
              <a:cxnLst/>
              <a:rect l="l" t="t" r="r" b="b"/>
              <a:pathLst>
                <a:path w="4913630" h="1527810">
                  <a:moveTo>
                    <a:pt x="4913239" y="0"/>
                  </a:moveTo>
                  <a:lnTo>
                    <a:pt x="4908925" y="65874"/>
                  </a:lnTo>
                  <a:lnTo>
                    <a:pt x="4904059" y="112934"/>
                  </a:lnTo>
                  <a:lnTo>
                    <a:pt x="4897848" y="159581"/>
                  </a:lnTo>
                  <a:lnTo>
                    <a:pt x="4890310" y="205795"/>
                  </a:lnTo>
                  <a:lnTo>
                    <a:pt x="4881467" y="251558"/>
                  </a:lnTo>
                  <a:lnTo>
                    <a:pt x="4871337" y="296849"/>
                  </a:lnTo>
                  <a:lnTo>
                    <a:pt x="4859942" y="341648"/>
                  </a:lnTo>
                  <a:lnTo>
                    <a:pt x="4847299" y="385936"/>
                  </a:lnTo>
                  <a:lnTo>
                    <a:pt x="4833430" y="429692"/>
                  </a:lnTo>
                  <a:lnTo>
                    <a:pt x="4818355" y="472897"/>
                  </a:lnTo>
                  <a:lnTo>
                    <a:pt x="4802092" y="515530"/>
                  </a:lnTo>
                  <a:lnTo>
                    <a:pt x="4784663" y="557573"/>
                  </a:lnTo>
                  <a:lnTo>
                    <a:pt x="4766086" y="599004"/>
                  </a:lnTo>
                  <a:lnTo>
                    <a:pt x="4746382" y="639805"/>
                  </a:lnTo>
                  <a:lnTo>
                    <a:pt x="4725571" y="679955"/>
                  </a:lnTo>
                  <a:lnTo>
                    <a:pt x="4703672" y="719435"/>
                  </a:lnTo>
                  <a:lnTo>
                    <a:pt x="4680706" y="758224"/>
                  </a:lnTo>
                  <a:lnTo>
                    <a:pt x="4656691" y="796303"/>
                  </a:lnTo>
                  <a:lnTo>
                    <a:pt x="4631649" y="833652"/>
                  </a:lnTo>
                  <a:lnTo>
                    <a:pt x="4605598" y="870251"/>
                  </a:lnTo>
                  <a:lnTo>
                    <a:pt x="4578559" y="906080"/>
                  </a:lnTo>
                  <a:lnTo>
                    <a:pt x="4550552" y="941120"/>
                  </a:lnTo>
                  <a:lnTo>
                    <a:pt x="4521596" y="975350"/>
                  </a:lnTo>
                  <a:lnTo>
                    <a:pt x="4491712" y="1008750"/>
                  </a:lnTo>
                  <a:lnTo>
                    <a:pt x="4460918" y="1041302"/>
                  </a:lnTo>
                  <a:lnTo>
                    <a:pt x="4429236" y="1072984"/>
                  </a:lnTo>
                  <a:lnTo>
                    <a:pt x="4396685" y="1103777"/>
                  </a:lnTo>
                  <a:lnTo>
                    <a:pt x="4363284" y="1133662"/>
                  </a:lnTo>
                  <a:lnTo>
                    <a:pt x="4329054" y="1162617"/>
                  </a:lnTo>
                  <a:lnTo>
                    <a:pt x="4294015" y="1190625"/>
                  </a:lnTo>
                  <a:lnTo>
                    <a:pt x="4258186" y="1217664"/>
                  </a:lnTo>
                  <a:lnTo>
                    <a:pt x="4221587" y="1243714"/>
                  </a:lnTo>
                  <a:lnTo>
                    <a:pt x="4184238" y="1268757"/>
                  </a:lnTo>
                  <a:lnTo>
                    <a:pt x="4146159" y="1292771"/>
                  </a:lnTo>
                  <a:lnTo>
                    <a:pt x="4107369" y="1315738"/>
                  </a:lnTo>
                  <a:lnTo>
                    <a:pt x="4067890" y="1337637"/>
                  </a:lnTo>
                  <a:lnTo>
                    <a:pt x="4027740" y="1358448"/>
                  </a:lnTo>
                  <a:lnTo>
                    <a:pt x="3986939" y="1378152"/>
                  </a:lnTo>
                  <a:lnTo>
                    <a:pt x="3945507" y="1396728"/>
                  </a:lnTo>
                  <a:lnTo>
                    <a:pt x="3903465" y="1414158"/>
                  </a:lnTo>
                  <a:lnTo>
                    <a:pt x="3860831" y="1430420"/>
                  </a:lnTo>
                  <a:lnTo>
                    <a:pt x="3817627" y="1445496"/>
                  </a:lnTo>
                  <a:lnTo>
                    <a:pt x="3773871" y="1459365"/>
                  </a:lnTo>
                  <a:lnTo>
                    <a:pt x="3729583" y="1472007"/>
                  </a:lnTo>
                  <a:lnTo>
                    <a:pt x="3684784" y="1483403"/>
                  </a:lnTo>
                  <a:lnTo>
                    <a:pt x="3639493" y="1493532"/>
                  </a:lnTo>
                  <a:lnTo>
                    <a:pt x="3593730" y="1502376"/>
                  </a:lnTo>
                  <a:lnTo>
                    <a:pt x="3547515" y="1509913"/>
                  </a:lnTo>
                  <a:lnTo>
                    <a:pt x="3500868" y="1516125"/>
                  </a:lnTo>
                  <a:lnTo>
                    <a:pt x="3453809" y="1520990"/>
                  </a:lnTo>
                  <a:lnTo>
                    <a:pt x="3406357" y="1524490"/>
                  </a:lnTo>
                  <a:lnTo>
                    <a:pt x="3358532" y="1526605"/>
                  </a:lnTo>
                  <a:lnTo>
                    <a:pt x="3310355" y="1527314"/>
                  </a:lnTo>
                  <a:lnTo>
                    <a:pt x="0" y="1527314"/>
                  </a:lnTo>
                </a:path>
              </a:pathLst>
            </a:custGeom>
            <a:ln w="5235">
              <a:solidFill>
                <a:srgbClr val="BD4A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3572977" y="3997348"/>
            <a:ext cx="2175510" cy="121983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 indent="42545" algn="just">
              <a:lnSpc>
                <a:spcPct val="100000"/>
              </a:lnSpc>
              <a:spcBef>
                <a:spcPts val="525"/>
              </a:spcBef>
            </a:pPr>
            <a:r>
              <a:rPr sz="950" b="1" spc="10" dirty="0">
                <a:solidFill>
                  <a:srgbClr val="FFFFFF"/>
                </a:solidFill>
                <a:latin typeface="Century Gothic"/>
                <a:cs typeface="Century Gothic"/>
              </a:rPr>
              <a:t>Customization</a:t>
            </a:r>
            <a:r>
              <a:rPr sz="950" b="1" spc="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950" b="1" dirty="0">
                <a:solidFill>
                  <a:srgbClr val="FFFFFF"/>
                </a:solidFill>
                <a:latin typeface="Century Gothic"/>
                <a:cs typeface="Century Gothic"/>
              </a:rPr>
              <a:t>and</a:t>
            </a:r>
            <a:r>
              <a:rPr sz="950" b="1" spc="4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950" b="1" dirty="0">
                <a:solidFill>
                  <a:srgbClr val="FFFFFF"/>
                </a:solidFill>
                <a:latin typeface="Century Gothic"/>
                <a:cs typeface="Century Gothic"/>
              </a:rPr>
              <a:t>Account</a:t>
            </a:r>
            <a:r>
              <a:rPr sz="950" b="1" spc="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950" b="1" spc="-20" dirty="0">
                <a:solidFill>
                  <a:srgbClr val="FFFFFF"/>
                </a:solidFill>
                <a:latin typeface="Century Gothic"/>
                <a:cs typeface="Century Gothic"/>
              </a:rPr>
              <a:t>Setup</a:t>
            </a:r>
            <a:endParaRPr sz="950">
              <a:latin typeface="Century Gothic"/>
              <a:cs typeface="Century Gothic"/>
            </a:endParaRPr>
          </a:p>
          <a:p>
            <a:pPr marL="12700" marR="5080" algn="just">
              <a:lnSpc>
                <a:spcPct val="101800"/>
              </a:lnSpc>
              <a:spcBef>
                <a:spcPts val="500"/>
              </a:spcBef>
            </a:pPr>
            <a:r>
              <a:rPr sz="1200" spc="65" dirty="0">
                <a:solidFill>
                  <a:srgbClr val="FFFFFF"/>
                </a:solidFill>
                <a:latin typeface="Tahoma"/>
                <a:cs typeface="Tahoma"/>
              </a:rPr>
              <a:t>Adapt</a:t>
            </a:r>
            <a:r>
              <a:rPr sz="1200" spc="2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75" dirty="0">
                <a:solidFill>
                  <a:srgbClr val="FFFFFF"/>
                </a:solidFill>
                <a:latin typeface="Tahoma"/>
                <a:cs typeface="Tahoma"/>
              </a:rPr>
              <a:t>ePHEM</a:t>
            </a:r>
            <a:r>
              <a:rPr sz="1200" spc="2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5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200" spc="2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50" dirty="0">
                <a:solidFill>
                  <a:srgbClr val="FFFFFF"/>
                </a:solidFill>
                <a:latin typeface="Tahoma"/>
                <a:cs typeface="Tahoma"/>
              </a:rPr>
              <a:t>meet</a:t>
            </a:r>
            <a:r>
              <a:rPr sz="1200" spc="3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45" dirty="0">
                <a:solidFill>
                  <a:srgbClr val="FFFFFF"/>
                </a:solidFill>
                <a:latin typeface="Tahoma"/>
                <a:cs typeface="Tahoma"/>
              </a:rPr>
              <a:t>your </a:t>
            </a:r>
            <a:r>
              <a:rPr sz="1200" spc="75" dirty="0">
                <a:solidFill>
                  <a:srgbClr val="FFFFFF"/>
                </a:solidFill>
                <a:latin typeface="Tahoma"/>
                <a:cs typeface="Tahoma"/>
              </a:rPr>
              <a:t>country’s</a:t>
            </a:r>
            <a:r>
              <a:rPr sz="1200" spc="185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1200" spc="50" dirty="0">
                <a:solidFill>
                  <a:srgbClr val="FFFFFF"/>
                </a:solidFill>
                <a:latin typeface="Tahoma"/>
                <a:cs typeface="Tahoma"/>
              </a:rPr>
              <a:t>unique</a:t>
            </a:r>
            <a:r>
              <a:rPr sz="1200" spc="190" dirty="0">
                <a:solidFill>
                  <a:srgbClr val="FFFFFF"/>
                </a:solidFill>
                <a:latin typeface="Tahoma"/>
                <a:cs typeface="Tahoma"/>
              </a:rPr>
              <a:t>  </a:t>
            </a:r>
            <a:r>
              <a:rPr sz="1200" spc="55" dirty="0">
                <a:solidFill>
                  <a:srgbClr val="FFFFFF"/>
                </a:solidFill>
                <a:latin typeface="Tahoma"/>
                <a:cs typeface="Tahoma"/>
              </a:rPr>
              <a:t>priorities </a:t>
            </a:r>
            <a:r>
              <a:rPr sz="1200" spc="5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200" spc="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60" dirty="0">
                <a:solidFill>
                  <a:srgbClr val="FFFFFF"/>
                </a:solidFill>
                <a:latin typeface="Tahoma"/>
                <a:cs typeface="Tahoma"/>
              </a:rPr>
              <a:t>conﬁgure</a:t>
            </a:r>
            <a:r>
              <a:rPr sz="1200" spc="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50" dirty="0">
                <a:solidFill>
                  <a:srgbClr val="FFFFFF"/>
                </a:solidFill>
                <a:latin typeface="Tahoma"/>
                <a:cs typeface="Tahoma"/>
              </a:rPr>
              <a:t>user</a:t>
            </a:r>
            <a:r>
              <a:rPr sz="1200" spc="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55" dirty="0">
                <a:solidFill>
                  <a:srgbClr val="FFFFFF"/>
                </a:solidFill>
                <a:latin typeface="Tahoma"/>
                <a:cs typeface="Tahoma"/>
              </a:rPr>
              <a:t>roles</a:t>
            </a:r>
            <a:r>
              <a:rPr sz="1200" spc="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40" dirty="0">
                <a:solidFill>
                  <a:srgbClr val="FFFFFF"/>
                </a:solidFill>
                <a:latin typeface="Tahoma"/>
                <a:cs typeface="Tahoma"/>
              </a:rPr>
              <a:t>and </a:t>
            </a:r>
            <a:r>
              <a:rPr sz="1200" spc="70" dirty="0">
                <a:solidFill>
                  <a:srgbClr val="FFFFFF"/>
                </a:solidFill>
                <a:latin typeface="Tahoma"/>
                <a:cs typeface="Tahoma"/>
              </a:rPr>
              <a:t>permissions</a:t>
            </a:r>
            <a:r>
              <a:rPr sz="1200" spc="4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200" spc="4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65" dirty="0">
                <a:solidFill>
                  <a:srgbClr val="FFFFFF"/>
                </a:solidFill>
                <a:latin typeface="Tahoma"/>
                <a:cs typeface="Tahoma"/>
              </a:rPr>
              <a:t>secure</a:t>
            </a:r>
            <a:r>
              <a:rPr sz="1200" spc="4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40" dirty="0">
                <a:solidFill>
                  <a:srgbClr val="FFFFFF"/>
                </a:solidFill>
                <a:latin typeface="Tahoma"/>
                <a:cs typeface="Tahoma"/>
              </a:rPr>
              <a:t>and </a:t>
            </a:r>
            <a:r>
              <a:rPr sz="1200" spc="70" dirty="0">
                <a:solidFill>
                  <a:srgbClr val="FFFFFF"/>
                </a:solidFill>
                <a:latin typeface="Tahoma"/>
                <a:cs typeface="Tahoma"/>
              </a:rPr>
              <a:t>efﬁcient</a:t>
            </a:r>
            <a:r>
              <a:rPr sz="12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70" dirty="0">
                <a:solidFill>
                  <a:srgbClr val="FFFFFF"/>
                </a:solidFill>
                <a:latin typeface="Tahoma"/>
                <a:cs typeface="Tahoma"/>
              </a:rPr>
              <a:t>access.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01836" y="7783463"/>
            <a:ext cx="1828800" cy="2139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Comprehensive</a:t>
            </a:r>
            <a:r>
              <a:rPr sz="1200" b="1" spc="-1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Training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60485" y="8040467"/>
            <a:ext cx="2073275" cy="2139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830580" algn="l"/>
                <a:tab pos="1430655" algn="l"/>
              </a:tabLst>
            </a:pPr>
            <a:r>
              <a:rPr sz="1200" spc="45" dirty="0">
                <a:solidFill>
                  <a:srgbClr val="FFFFFF"/>
                </a:solidFill>
                <a:latin typeface="Tahoma"/>
                <a:cs typeface="Tahoma"/>
              </a:rPr>
              <a:t>Virtual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1200" spc="25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1200" spc="80" dirty="0">
                <a:solidFill>
                  <a:srgbClr val="FFFFFF"/>
                </a:solidFill>
                <a:latin typeface="Tahoma"/>
                <a:cs typeface="Tahoma"/>
              </a:rPr>
              <a:t>physical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60485" y="8226638"/>
            <a:ext cx="2073275" cy="2139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977900" algn="l"/>
                <a:tab pos="1873885" algn="l"/>
              </a:tabLst>
            </a:pP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workshops,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1200" spc="50" dirty="0">
                <a:solidFill>
                  <a:srgbClr val="FFFFFF"/>
                </a:solidFill>
                <a:latin typeface="Tahoma"/>
                <a:cs typeface="Tahoma"/>
              </a:rPr>
              <a:t>supported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1200" spc="70" dirty="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60485" y="8412808"/>
            <a:ext cx="2073275" cy="586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1800"/>
              </a:lnSpc>
              <a:spcBef>
                <a:spcPts val="105"/>
              </a:spcBef>
            </a:pPr>
            <a:r>
              <a:rPr sz="1200" spc="50" dirty="0">
                <a:solidFill>
                  <a:srgbClr val="FFFFFF"/>
                </a:solidFill>
                <a:latin typeface="Tahoma"/>
                <a:cs typeface="Tahoma"/>
              </a:rPr>
              <a:t>online</a:t>
            </a:r>
            <a:r>
              <a:rPr sz="1200" spc="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50" dirty="0">
                <a:solidFill>
                  <a:srgbClr val="FFFFFF"/>
                </a:solidFill>
                <a:latin typeface="Tahoma"/>
                <a:cs typeface="Tahoma"/>
              </a:rPr>
              <a:t>resources,</a:t>
            </a:r>
            <a:r>
              <a:rPr sz="1200" spc="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55" dirty="0">
                <a:solidFill>
                  <a:srgbClr val="FFFFFF"/>
                </a:solidFill>
                <a:latin typeface="Tahoma"/>
                <a:cs typeface="Tahoma"/>
              </a:rPr>
              <a:t>help</a:t>
            </a:r>
            <a:r>
              <a:rPr sz="1200" spc="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45" dirty="0">
                <a:solidFill>
                  <a:srgbClr val="FFFFFF"/>
                </a:solidFill>
                <a:latin typeface="Tahoma"/>
                <a:cs typeface="Tahoma"/>
              </a:rPr>
              <a:t>your </a:t>
            </a:r>
            <a:r>
              <a:rPr sz="1200" spc="55" dirty="0">
                <a:solidFill>
                  <a:srgbClr val="FFFFFF"/>
                </a:solidFill>
                <a:latin typeface="Tahoma"/>
                <a:cs typeface="Tahoma"/>
              </a:rPr>
              <a:t>team</a:t>
            </a:r>
            <a:r>
              <a:rPr sz="1200" spc="22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65" dirty="0">
                <a:solidFill>
                  <a:srgbClr val="FFFFFF"/>
                </a:solidFill>
                <a:latin typeface="Tahoma"/>
                <a:cs typeface="Tahoma"/>
              </a:rPr>
              <a:t>quickly</a:t>
            </a:r>
            <a:r>
              <a:rPr sz="1200" spc="22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65" dirty="0">
                <a:solidFill>
                  <a:srgbClr val="FFFFFF"/>
                </a:solidFill>
                <a:latin typeface="Tahoma"/>
                <a:cs typeface="Tahoma"/>
              </a:rPr>
              <a:t>adapt</a:t>
            </a:r>
            <a:r>
              <a:rPr sz="1200" spc="22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5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200" spc="22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40" dirty="0">
                <a:solidFill>
                  <a:srgbClr val="FFFFFF"/>
                </a:solidFill>
                <a:latin typeface="Tahoma"/>
                <a:cs typeface="Tahoma"/>
              </a:rPr>
              <a:t>and </a:t>
            </a:r>
            <a:r>
              <a:rPr sz="1200" spc="65" dirty="0">
                <a:solidFill>
                  <a:srgbClr val="FFFFFF"/>
                </a:solidFill>
                <a:latin typeface="Tahoma"/>
                <a:cs typeface="Tahoma"/>
              </a:rPr>
              <a:t>effectively</a:t>
            </a:r>
            <a:r>
              <a:rPr sz="12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60" dirty="0">
                <a:solidFill>
                  <a:srgbClr val="FFFFFF"/>
                </a:solidFill>
                <a:latin typeface="Tahoma"/>
                <a:cs typeface="Tahoma"/>
              </a:rPr>
              <a:t>use</a:t>
            </a:r>
            <a:r>
              <a:rPr sz="12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5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2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55" dirty="0">
                <a:solidFill>
                  <a:srgbClr val="FFFFFF"/>
                </a:solidFill>
                <a:latin typeface="Tahoma"/>
                <a:cs typeface="Tahoma"/>
              </a:rPr>
              <a:t>system.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298013" y="7772658"/>
            <a:ext cx="1508125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b="1" dirty="0">
                <a:solidFill>
                  <a:srgbClr val="FFFFFF"/>
                </a:solidFill>
                <a:latin typeface="Century Gothic"/>
                <a:cs typeface="Century Gothic"/>
              </a:rPr>
              <a:t>Integration</a:t>
            </a:r>
            <a:r>
              <a:rPr sz="1200" b="1" spc="26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Support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966820" y="8040429"/>
            <a:ext cx="2073275" cy="2139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356995" algn="l"/>
              </a:tabLst>
            </a:pPr>
            <a:r>
              <a:rPr sz="1200" spc="60" dirty="0">
                <a:solidFill>
                  <a:srgbClr val="FFFFFF"/>
                </a:solidFill>
                <a:latin typeface="Tahoma"/>
                <a:cs typeface="Tahoma"/>
              </a:rPr>
              <a:t>Facilitate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1200" spc="75" dirty="0">
                <a:solidFill>
                  <a:srgbClr val="FFFFFF"/>
                </a:solidFill>
                <a:latin typeface="Tahoma"/>
                <a:cs typeface="Tahoma"/>
              </a:rPr>
              <a:t>seamless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966820" y="8226600"/>
            <a:ext cx="2073275" cy="2139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00" spc="60" dirty="0">
                <a:solidFill>
                  <a:srgbClr val="FFFFFF"/>
                </a:solidFill>
                <a:latin typeface="Tahoma"/>
                <a:cs typeface="Tahoma"/>
              </a:rPr>
              <a:t>API-</a:t>
            </a:r>
            <a:r>
              <a:rPr sz="1200" spc="55" dirty="0">
                <a:solidFill>
                  <a:srgbClr val="FFFFFF"/>
                </a:solidFill>
                <a:latin typeface="Tahoma"/>
                <a:cs typeface="Tahoma"/>
              </a:rPr>
              <a:t>based</a:t>
            </a:r>
            <a:r>
              <a:rPr sz="1200" spc="2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55" dirty="0">
                <a:solidFill>
                  <a:srgbClr val="FFFFFF"/>
                </a:solidFill>
                <a:latin typeface="Tahoma"/>
                <a:cs typeface="Tahoma"/>
              </a:rPr>
              <a:t>integration</a:t>
            </a:r>
            <a:r>
              <a:rPr sz="1200" spc="2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35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966820" y="8412770"/>
            <a:ext cx="2073275" cy="586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1800"/>
              </a:lnSpc>
              <a:spcBef>
                <a:spcPts val="105"/>
              </a:spcBef>
            </a:pPr>
            <a:r>
              <a:rPr sz="1200" spc="85" dirty="0">
                <a:solidFill>
                  <a:srgbClr val="FFFFFF"/>
                </a:solidFill>
                <a:latin typeface="Tahoma"/>
                <a:cs typeface="Tahoma"/>
              </a:rPr>
              <a:t>systems</a:t>
            </a:r>
            <a:r>
              <a:rPr sz="1200" spc="4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like</a:t>
            </a:r>
            <a:r>
              <a:rPr sz="1200" spc="4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DHIS2,</a:t>
            </a:r>
            <a:r>
              <a:rPr sz="1200" spc="4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EIOS, </a:t>
            </a:r>
            <a:r>
              <a:rPr sz="1200" spc="5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200" spc="495" dirty="0">
                <a:solidFill>
                  <a:srgbClr val="FFFFFF"/>
                </a:solidFill>
                <a:latin typeface="Tahoma"/>
                <a:cs typeface="Tahoma"/>
              </a:rPr>
              <a:t>  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other</a:t>
            </a:r>
            <a:r>
              <a:rPr sz="1200" spc="280" dirty="0">
                <a:solidFill>
                  <a:srgbClr val="FFFFFF"/>
                </a:solidFill>
                <a:latin typeface="Tahoma"/>
                <a:cs typeface="Tahoma"/>
              </a:rPr>
              <a:t>    </a:t>
            </a:r>
            <a:r>
              <a:rPr sz="1200" spc="45" dirty="0">
                <a:solidFill>
                  <a:srgbClr val="FFFFFF"/>
                </a:solidFill>
                <a:latin typeface="Tahoma"/>
                <a:cs typeface="Tahoma"/>
              </a:rPr>
              <a:t>platforms, </a:t>
            </a:r>
            <a:r>
              <a:rPr sz="1200" spc="55" dirty="0">
                <a:solidFill>
                  <a:srgbClr val="FFFFFF"/>
                </a:solidFill>
                <a:latin typeface="Tahoma"/>
                <a:cs typeface="Tahoma"/>
              </a:rPr>
              <a:t>minimizing</a:t>
            </a:r>
            <a:r>
              <a:rPr sz="1200" spc="2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65" dirty="0">
                <a:solidFill>
                  <a:srgbClr val="FFFFFF"/>
                </a:solidFill>
                <a:latin typeface="Tahoma"/>
                <a:cs typeface="Tahoma"/>
              </a:rPr>
              <a:t>disruptions</a:t>
            </a:r>
            <a:r>
              <a:rPr sz="1200" spc="2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4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966820" y="8971283"/>
            <a:ext cx="2073275" cy="400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105"/>
              </a:spcBef>
              <a:tabLst>
                <a:tab pos="1500505" algn="l"/>
              </a:tabLst>
            </a:pPr>
            <a:r>
              <a:rPr sz="1200" spc="50" dirty="0">
                <a:solidFill>
                  <a:srgbClr val="FFFFFF"/>
                </a:solidFill>
                <a:latin typeface="Tahoma"/>
                <a:cs typeface="Tahoma"/>
              </a:rPr>
              <a:t>enabling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1200" spc="65" dirty="0">
                <a:solidFill>
                  <a:srgbClr val="FFFFFF"/>
                </a:solidFill>
                <a:latin typeface="Tahoma"/>
                <a:cs typeface="Tahoma"/>
              </a:rPr>
              <a:t>smooth </a:t>
            </a:r>
            <a:r>
              <a:rPr sz="1200" spc="45" dirty="0">
                <a:solidFill>
                  <a:srgbClr val="FFFFFF"/>
                </a:solidFill>
                <a:latin typeface="Tahoma"/>
                <a:cs typeface="Tahoma"/>
              </a:rPr>
              <a:t>operations.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637090" y="7826066"/>
            <a:ext cx="2080260" cy="189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50" b="1" dirty="0">
                <a:solidFill>
                  <a:srgbClr val="FFFFFF"/>
                </a:solidFill>
                <a:latin typeface="Century Gothic"/>
                <a:cs typeface="Century Gothic"/>
              </a:rPr>
              <a:t>Technical</a:t>
            </a:r>
            <a:r>
              <a:rPr sz="1050" b="1" spc="4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050" b="1" dirty="0">
                <a:solidFill>
                  <a:srgbClr val="FFFFFF"/>
                </a:solidFill>
                <a:latin typeface="Century Gothic"/>
                <a:cs typeface="Century Gothic"/>
              </a:rPr>
              <a:t>Support</a:t>
            </a:r>
            <a:r>
              <a:rPr sz="1050" b="1" spc="4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05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and</a:t>
            </a:r>
            <a:r>
              <a:rPr sz="1050" b="1" spc="5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05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Updates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3592364" y="8054325"/>
            <a:ext cx="2068195" cy="2139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95300" algn="l"/>
                <a:tab pos="1228725" algn="l"/>
                <a:tab pos="1811655" algn="l"/>
              </a:tabLst>
            </a:pPr>
            <a:r>
              <a:rPr sz="1200" spc="-2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1200" spc="65" dirty="0">
                <a:solidFill>
                  <a:srgbClr val="FFFFFF"/>
                </a:solidFill>
                <a:latin typeface="Tahoma"/>
                <a:cs typeface="Tahoma"/>
              </a:rPr>
              <a:t>ePHEM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1200" spc="35" dirty="0">
                <a:solidFill>
                  <a:srgbClr val="FFFFFF"/>
                </a:solidFill>
                <a:latin typeface="Tahoma"/>
                <a:cs typeface="Tahoma"/>
              </a:rPr>
              <a:t>team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will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3592364" y="8240496"/>
            <a:ext cx="2073275" cy="2139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227455" algn="l"/>
              </a:tabLst>
            </a:pP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provide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1200" spc="60" dirty="0">
                <a:solidFill>
                  <a:srgbClr val="FFFFFF"/>
                </a:solidFill>
                <a:latin typeface="Tahoma"/>
                <a:cs typeface="Tahoma"/>
              </a:rPr>
              <a:t>continuous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3592364" y="8426667"/>
            <a:ext cx="2073275" cy="2139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217295" algn="l"/>
              </a:tabLst>
            </a:pPr>
            <a:r>
              <a:rPr sz="1200" spc="65" dirty="0">
                <a:solidFill>
                  <a:srgbClr val="FFFFFF"/>
                </a:solidFill>
                <a:latin typeface="Tahoma"/>
                <a:cs typeface="Tahoma"/>
              </a:rPr>
              <a:t>technical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1200" spc="65" dirty="0">
                <a:solidFill>
                  <a:srgbClr val="FFFFFF"/>
                </a:solidFill>
                <a:latin typeface="Tahoma"/>
                <a:cs typeface="Tahoma"/>
              </a:rPr>
              <a:t>assistance,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3592364" y="8612837"/>
            <a:ext cx="2073275" cy="2139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00" spc="60" dirty="0">
                <a:solidFill>
                  <a:srgbClr val="FFFFFF"/>
                </a:solidFill>
                <a:latin typeface="Tahoma"/>
                <a:cs typeface="Tahoma"/>
              </a:rPr>
              <a:t>implement</a:t>
            </a:r>
            <a:r>
              <a:rPr sz="1200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45" dirty="0">
                <a:solidFill>
                  <a:srgbClr val="FFFFFF"/>
                </a:solidFill>
                <a:latin typeface="Tahoma"/>
                <a:cs typeface="Tahoma"/>
              </a:rPr>
              <a:t>regular</a:t>
            </a:r>
            <a:r>
              <a:rPr sz="1200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40" dirty="0">
                <a:solidFill>
                  <a:srgbClr val="FFFFFF"/>
                </a:solidFill>
                <a:latin typeface="Tahoma"/>
                <a:cs typeface="Tahoma"/>
              </a:rPr>
              <a:t>updates,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3592364" y="8799008"/>
            <a:ext cx="2073275" cy="400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105"/>
              </a:spcBef>
              <a:tabLst>
                <a:tab pos="879475" algn="l"/>
                <a:tab pos="1248410" algn="l"/>
                <a:tab pos="1814830" algn="l"/>
              </a:tabLst>
            </a:pPr>
            <a:r>
              <a:rPr sz="1200" spc="5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200" spc="4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70" dirty="0">
                <a:solidFill>
                  <a:srgbClr val="FFFFFF"/>
                </a:solidFill>
                <a:latin typeface="Tahoma"/>
                <a:cs typeface="Tahoma"/>
              </a:rPr>
              <a:t>accommodate</a:t>
            </a:r>
            <a:r>
              <a:rPr sz="1200" spc="4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35" dirty="0">
                <a:solidFill>
                  <a:srgbClr val="FFFFFF"/>
                </a:solidFill>
                <a:latin typeface="Tahoma"/>
                <a:cs typeface="Tahoma"/>
              </a:rPr>
              <a:t>feature </a:t>
            </a:r>
            <a:r>
              <a:rPr sz="1200" spc="50" dirty="0">
                <a:solidFill>
                  <a:srgbClr val="FFFFFF"/>
                </a:solidFill>
                <a:latin typeface="Tahoma"/>
                <a:cs typeface="Tahoma"/>
              </a:rPr>
              <a:t>requests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1200" spc="25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keep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1200" spc="4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3592364" y="9171350"/>
            <a:ext cx="2073275" cy="2139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877569" algn="l"/>
                <a:tab pos="1744345" algn="l"/>
              </a:tabLst>
            </a:pPr>
            <a:r>
              <a:rPr sz="1200" spc="70" dirty="0">
                <a:solidFill>
                  <a:srgbClr val="FFFFFF"/>
                </a:solidFill>
                <a:latin typeface="Tahoma"/>
                <a:cs typeface="Tahoma"/>
              </a:rPr>
              <a:t>system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1200" spc="50" dirty="0">
                <a:solidFill>
                  <a:srgbClr val="FFFFFF"/>
                </a:solidFill>
                <a:latin typeface="Tahoma"/>
                <a:cs typeface="Tahoma"/>
              </a:rPr>
              <a:t>aligned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1200" spc="35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3592364" y="9357521"/>
            <a:ext cx="1171575" cy="2139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00" spc="50" dirty="0">
                <a:solidFill>
                  <a:srgbClr val="FFFFFF"/>
                </a:solidFill>
                <a:latin typeface="Tahoma"/>
                <a:cs typeface="Tahoma"/>
              </a:rPr>
              <a:t>evolving</a:t>
            </a:r>
            <a:r>
              <a:rPr sz="12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40" dirty="0">
                <a:solidFill>
                  <a:srgbClr val="FFFFFF"/>
                </a:solidFill>
                <a:latin typeface="Tahoma"/>
                <a:cs typeface="Tahoma"/>
              </a:rPr>
              <a:t>needs.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966820" y="3869758"/>
            <a:ext cx="2073275" cy="149098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67640">
              <a:lnSpc>
                <a:spcPct val="100000"/>
              </a:lnSpc>
              <a:spcBef>
                <a:spcPts val="760"/>
              </a:spcBef>
            </a:pPr>
            <a:r>
              <a:rPr sz="1200" b="1" spc="55" dirty="0">
                <a:solidFill>
                  <a:srgbClr val="FFFFFF"/>
                </a:solidFill>
                <a:latin typeface="Century Gothic"/>
                <a:cs typeface="Century Gothic"/>
              </a:rPr>
              <a:t>System</a:t>
            </a:r>
            <a:r>
              <a:rPr sz="1200" b="1" spc="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Demonstration</a:t>
            </a:r>
            <a:endParaRPr sz="1200">
              <a:latin typeface="Century Gothic"/>
              <a:cs typeface="Century Gothic"/>
            </a:endParaRPr>
          </a:p>
          <a:p>
            <a:pPr marL="12700" marR="5080" algn="just">
              <a:lnSpc>
                <a:spcPct val="101800"/>
              </a:lnSpc>
              <a:spcBef>
                <a:spcPts val="635"/>
              </a:spcBef>
            </a:pPr>
            <a:r>
              <a:rPr sz="1200" spc="70" dirty="0">
                <a:solidFill>
                  <a:srgbClr val="FFFFFF"/>
                </a:solidFill>
                <a:latin typeface="Tahoma"/>
                <a:cs typeface="Tahoma"/>
              </a:rPr>
              <a:t>Participate</a:t>
            </a:r>
            <a:r>
              <a:rPr sz="120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120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an</a:t>
            </a:r>
            <a:r>
              <a:rPr sz="1200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45" dirty="0">
                <a:solidFill>
                  <a:srgbClr val="FFFFFF"/>
                </a:solidFill>
                <a:latin typeface="Tahoma"/>
                <a:cs typeface="Tahoma"/>
              </a:rPr>
              <a:t>interactive </a:t>
            </a:r>
            <a:r>
              <a:rPr sz="1200" spc="80" dirty="0">
                <a:solidFill>
                  <a:srgbClr val="FFFFFF"/>
                </a:solidFill>
                <a:latin typeface="Tahoma"/>
                <a:cs typeface="Tahoma"/>
              </a:rPr>
              <a:t>session</a:t>
            </a:r>
            <a:r>
              <a:rPr sz="1200" spc="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5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200" spc="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explore</a:t>
            </a:r>
            <a:r>
              <a:rPr sz="1200" spc="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65" dirty="0">
                <a:solidFill>
                  <a:srgbClr val="FFFFFF"/>
                </a:solidFill>
                <a:latin typeface="Tahoma"/>
                <a:cs typeface="Tahoma"/>
              </a:rPr>
              <a:t>ePHEM’s capabilities,</a:t>
            </a:r>
            <a:r>
              <a:rPr sz="1200" spc="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60" dirty="0">
                <a:solidFill>
                  <a:srgbClr val="FFFFFF"/>
                </a:solidFill>
                <a:latin typeface="Tahoma"/>
                <a:cs typeface="Tahoma"/>
              </a:rPr>
              <a:t>understand</a:t>
            </a:r>
            <a:r>
              <a:rPr sz="1200" spc="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50" dirty="0">
                <a:solidFill>
                  <a:srgbClr val="FFFFFF"/>
                </a:solidFill>
                <a:latin typeface="Tahoma"/>
                <a:cs typeface="Tahoma"/>
              </a:rPr>
              <a:t>its beneﬁts,</a:t>
            </a:r>
            <a:r>
              <a:rPr sz="1200" spc="2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5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200" spc="2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60" dirty="0">
                <a:solidFill>
                  <a:srgbClr val="FFFFFF"/>
                </a:solidFill>
                <a:latin typeface="Tahoma"/>
                <a:cs typeface="Tahoma"/>
              </a:rPr>
              <a:t>discover</a:t>
            </a:r>
            <a:r>
              <a:rPr sz="1200" spc="2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Tahoma"/>
                <a:cs typeface="Tahoma"/>
              </a:rPr>
              <a:t>how </a:t>
            </a:r>
            <a:r>
              <a:rPr sz="1200" spc="60" dirty="0">
                <a:solidFill>
                  <a:srgbClr val="FFFFFF"/>
                </a:solidFill>
                <a:latin typeface="Tahoma"/>
                <a:cs typeface="Tahoma"/>
              </a:rPr>
              <a:t>it</a:t>
            </a:r>
            <a:r>
              <a:rPr sz="1200" spc="3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75" dirty="0">
                <a:solidFill>
                  <a:srgbClr val="FFFFFF"/>
                </a:solidFill>
                <a:latin typeface="Tahoma"/>
                <a:cs typeface="Tahoma"/>
              </a:rPr>
              <a:t>can</a:t>
            </a:r>
            <a:r>
              <a:rPr sz="1200" spc="3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be</a:t>
            </a:r>
            <a:r>
              <a:rPr sz="1200" spc="3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55" dirty="0">
                <a:solidFill>
                  <a:srgbClr val="FFFFFF"/>
                </a:solidFill>
                <a:latin typeface="Tahoma"/>
                <a:cs typeface="Tahoma"/>
              </a:rPr>
              <a:t>tailored</a:t>
            </a:r>
            <a:r>
              <a:rPr sz="1200" spc="3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5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200" spc="3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45" dirty="0">
                <a:solidFill>
                  <a:srgbClr val="FFFFFF"/>
                </a:solidFill>
                <a:latin typeface="Tahoma"/>
                <a:cs typeface="Tahoma"/>
              </a:rPr>
              <a:t>your </a:t>
            </a:r>
            <a:r>
              <a:rPr sz="1200" spc="90" dirty="0">
                <a:solidFill>
                  <a:srgbClr val="FFFFFF"/>
                </a:solidFill>
                <a:latin typeface="Tahoma"/>
                <a:cs typeface="Tahoma"/>
              </a:rPr>
              <a:t>speciﬁc</a:t>
            </a:r>
            <a:r>
              <a:rPr sz="1200" spc="40" dirty="0">
                <a:solidFill>
                  <a:srgbClr val="FFFFFF"/>
                </a:solidFill>
                <a:latin typeface="Tahoma"/>
                <a:cs typeface="Tahoma"/>
              </a:rPr>
              <a:t> needs.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5" dirty="0">
                <a:solidFill>
                  <a:srgbClr val="BD4A5F"/>
                </a:solidFill>
              </a:rPr>
              <a:t>On</a:t>
            </a:r>
            <a:r>
              <a:rPr spc="35" dirty="0">
                <a:solidFill>
                  <a:srgbClr val="BD4A5F"/>
                </a:solidFill>
              </a:rPr>
              <a:t> </a:t>
            </a:r>
            <a:r>
              <a:rPr spc="-10" dirty="0"/>
              <a:t>Boarding</a:t>
            </a:r>
          </a:p>
        </p:txBody>
      </p:sp>
      <p:sp>
        <p:nvSpPr>
          <p:cNvPr id="40" name="object 40"/>
          <p:cNvSpPr/>
          <p:nvPr/>
        </p:nvSpPr>
        <p:spPr>
          <a:xfrm>
            <a:off x="0" y="11298085"/>
            <a:ext cx="20104100" cy="10795"/>
          </a:xfrm>
          <a:custGeom>
            <a:avLst/>
            <a:gdLst/>
            <a:ahLst/>
            <a:cxnLst/>
            <a:rect l="l" t="t" r="r" b="b"/>
            <a:pathLst>
              <a:path w="20104100" h="10795">
                <a:moveTo>
                  <a:pt x="20104100" y="0"/>
                </a:moveTo>
                <a:lnTo>
                  <a:pt x="0" y="0"/>
                </a:lnTo>
                <a:lnTo>
                  <a:pt x="0" y="10470"/>
                </a:lnTo>
                <a:lnTo>
                  <a:pt x="20104100" y="10470"/>
                </a:lnTo>
                <a:lnTo>
                  <a:pt x="20104100" y="0"/>
                </a:lnTo>
                <a:close/>
              </a:path>
            </a:pathLst>
          </a:custGeom>
          <a:solidFill>
            <a:srgbClr val="BD4A5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308715"/>
            <a:chOff x="0" y="0"/>
            <a:chExt cx="20104100" cy="113087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30855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7217" y="5651344"/>
              <a:ext cx="2273699" cy="2618978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7952688" y="8614676"/>
            <a:ext cx="4140200" cy="321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50" spc="-120" dirty="0">
                <a:solidFill>
                  <a:srgbClr val="FFFFFF"/>
                </a:solidFill>
                <a:latin typeface="Arial Narrow"/>
                <a:cs typeface="Arial Narrow"/>
              </a:rPr>
              <a:t>Transformlng</a:t>
            </a:r>
            <a:r>
              <a:rPr sz="1950" spc="5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1950" spc="-185" dirty="0">
                <a:solidFill>
                  <a:srgbClr val="FFFFFF"/>
                </a:solidFill>
                <a:latin typeface="Arial Narrow"/>
                <a:cs typeface="Arial Narrow"/>
              </a:rPr>
              <a:t>Pub</a:t>
            </a:r>
            <a:r>
              <a:rPr sz="1950" spc="-5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1950" spc="-20" dirty="0">
                <a:solidFill>
                  <a:srgbClr val="FFFFFF"/>
                </a:solidFill>
                <a:latin typeface="Arial Narrow"/>
                <a:cs typeface="Arial Narrow"/>
              </a:rPr>
              <a:t>lc</a:t>
            </a:r>
            <a:r>
              <a:rPr sz="1950" spc="-45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1950" spc="-225" dirty="0">
                <a:solidFill>
                  <a:srgbClr val="FFFFFF"/>
                </a:solidFill>
                <a:latin typeface="Arial Narrow"/>
                <a:cs typeface="Arial Narrow"/>
              </a:rPr>
              <a:t>Hea</a:t>
            </a:r>
            <a:r>
              <a:rPr sz="1950" spc="-20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1950" dirty="0">
                <a:solidFill>
                  <a:srgbClr val="FFFFFF"/>
                </a:solidFill>
                <a:latin typeface="Arial Narrow"/>
                <a:cs typeface="Arial Narrow"/>
              </a:rPr>
              <a:t>th</a:t>
            </a:r>
            <a:r>
              <a:rPr sz="1950" spc="25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1950" spc="-175" dirty="0">
                <a:solidFill>
                  <a:srgbClr val="FFFFFF"/>
                </a:solidFill>
                <a:latin typeface="Arial Narrow"/>
                <a:cs typeface="Arial Narrow"/>
              </a:rPr>
              <a:t>Emergency</a:t>
            </a:r>
            <a:r>
              <a:rPr sz="1950" spc="55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1950" spc="-114" dirty="0">
                <a:solidFill>
                  <a:srgbClr val="FFFFFF"/>
                </a:solidFill>
                <a:latin typeface="Arial Narrow"/>
                <a:cs typeface="Arial Narrow"/>
              </a:rPr>
              <a:t>Management</a:t>
            </a:r>
            <a:endParaRPr sz="1950">
              <a:latin typeface="Arial Narrow"/>
              <a:cs typeface="Arial Narrow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9205831"/>
            <a:ext cx="20104100" cy="2103120"/>
            <a:chOff x="0" y="9205831"/>
            <a:chExt cx="20104100" cy="2103120"/>
          </a:xfrm>
        </p:grpSpPr>
        <p:sp>
          <p:nvSpPr>
            <p:cNvPr id="7" name="object 7"/>
            <p:cNvSpPr/>
            <p:nvPr/>
          </p:nvSpPr>
          <p:spPr>
            <a:xfrm>
              <a:off x="7990437" y="9216303"/>
              <a:ext cx="4123690" cy="0"/>
            </a:xfrm>
            <a:custGeom>
              <a:avLst/>
              <a:gdLst/>
              <a:ahLst/>
              <a:cxnLst/>
              <a:rect l="l" t="t" r="r" b="b"/>
              <a:pathLst>
                <a:path w="4123690">
                  <a:moveTo>
                    <a:pt x="4123225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990439" y="9216302"/>
              <a:ext cx="4123690" cy="0"/>
            </a:xfrm>
            <a:custGeom>
              <a:avLst/>
              <a:gdLst/>
              <a:ahLst/>
              <a:cxnLst/>
              <a:rect l="l" t="t" r="r" b="b"/>
              <a:pathLst>
                <a:path w="4123690">
                  <a:moveTo>
                    <a:pt x="0" y="0"/>
                  </a:moveTo>
                  <a:lnTo>
                    <a:pt x="4123225" y="0"/>
                  </a:lnTo>
                </a:path>
              </a:pathLst>
            </a:custGeom>
            <a:ln w="20941">
              <a:solidFill>
                <a:srgbClr val="BD4A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11298085"/>
              <a:ext cx="20104100" cy="10795"/>
            </a:xfrm>
            <a:custGeom>
              <a:avLst/>
              <a:gdLst/>
              <a:ahLst/>
              <a:cxnLst/>
              <a:rect l="l" t="t" r="r" b="b"/>
              <a:pathLst>
                <a:path w="20104100" h="10795">
                  <a:moveTo>
                    <a:pt x="20104100" y="0"/>
                  </a:moveTo>
                  <a:lnTo>
                    <a:pt x="0" y="0"/>
                  </a:lnTo>
                  <a:lnTo>
                    <a:pt x="0" y="10470"/>
                  </a:lnTo>
                  <a:lnTo>
                    <a:pt x="20104100" y="10470"/>
                  </a:lnTo>
                  <a:lnTo>
                    <a:pt x="20104100" y="0"/>
                  </a:lnTo>
                  <a:close/>
                </a:path>
              </a:pathLst>
            </a:custGeom>
            <a:solidFill>
              <a:srgbClr val="BD4A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f85f550-dda7-4907-9bf8-7b2c2d3501c2">
      <Terms xmlns="http://schemas.microsoft.com/office/infopath/2007/PartnerControls"/>
    </lcf76f155ced4ddcb4097134ff3c332f>
    <TaxCatchAll xmlns="fd0ce572-c2bb-42aa-ade2-d794e1c3f72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DFC3974F56844295E420FE765DA9E6" ma:contentTypeVersion="15" ma:contentTypeDescription="Create a new document." ma:contentTypeScope="" ma:versionID="6504a4ed6dfc64c67a41e771fb36c97a">
  <xsd:schema xmlns:xsd="http://www.w3.org/2001/XMLSchema" xmlns:xs="http://www.w3.org/2001/XMLSchema" xmlns:p="http://schemas.microsoft.com/office/2006/metadata/properties" xmlns:ns2="df85f550-dda7-4907-9bf8-7b2c2d3501c2" xmlns:ns3="fd0ce572-c2bb-42aa-ade2-d794e1c3f729" targetNamespace="http://schemas.microsoft.com/office/2006/metadata/properties" ma:root="true" ma:fieldsID="8926f7584dd7925709710433db666ffc" ns2:_="" ns3:_="">
    <xsd:import namespace="df85f550-dda7-4907-9bf8-7b2c2d3501c2"/>
    <xsd:import namespace="fd0ce572-c2bb-42aa-ade2-d794e1c3f7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85f550-dda7-4907-9bf8-7b2c2d3501c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9353dbe8-8260-4ccf-8219-3d2995e6fa1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0ce572-c2bb-42aa-ade2-d794e1c3f729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f8f0221f-f3b3-47a4-becd-fb9dfa34b3ec}" ma:internalName="TaxCatchAll" ma:showField="CatchAllData" ma:web="fd0ce572-c2bb-42aa-ade2-d794e1c3f7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C140786-61EC-409F-8D10-B25397B4993B}">
  <ds:schemaRefs>
    <ds:schemaRef ds:uri="http://schemas.microsoft.com/office/2006/metadata/properties"/>
    <ds:schemaRef ds:uri="http://schemas.microsoft.com/office/infopath/2007/PartnerControls"/>
    <ds:schemaRef ds:uri="df85f550-dda7-4907-9bf8-7b2c2d3501c2"/>
    <ds:schemaRef ds:uri="fd0ce572-c2bb-42aa-ade2-d794e1c3f729"/>
  </ds:schemaRefs>
</ds:datastoreItem>
</file>

<file path=customXml/itemProps2.xml><?xml version="1.0" encoding="utf-8"?>
<ds:datastoreItem xmlns:ds="http://schemas.openxmlformats.org/officeDocument/2006/customXml" ds:itemID="{4355B830-AA4F-46EB-8A7D-B333C9BDED6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2DB44CB-83AD-4508-8B0A-CAA083B5A5B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f85f550-dda7-4907-9bf8-7b2c2d3501c2"/>
    <ds:schemaRef ds:uri="fd0ce572-c2bb-42aa-ade2-d794e1c3f72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4304</TotalTime>
  <Words>719</Words>
  <Application>Microsoft Office PowerPoint</Application>
  <PresentationFormat>Custom</PresentationFormat>
  <Paragraphs>178</Paragraphs>
  <Slides>11</Slides>
  <Notes>0</Notes>
  <HiddenSlides>2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Office Theme</vt:lpstr>
      <vt:lpstr>1_Office Theme</vt:lpstr>
      <vt:lpstr>PHEM</vt:lpstr>
      <vt:lpstr>Why do we need an Information System?</vt:lpstr>
      <vt:lpstr>Requirements for a Digital Public Health Emergency Management  Collected in 2019 @ Muscat                62 countries from Africa and The Eastern Mediterranean </vt:lpstr>
      <vt:lpstr>Simple, Powerful, and Tailored to Your Needs !</vt:lpstr>
      <vt:lpstr>Surveillance Information</vt:lpstr>
      <vt:lpstr>ePHEM Modules</vt:lpstr>
      <vt:lpstr>Public Health Emergency Management Workﬂow using ePHEM</vt:lpstr>
      <vt:lpstr>PowerPoint Presentation</vt:lpstr>
      <vt:lpstr>Community &amp; Partners</vt:lpstr>
      <vt:lpstr>On Boarding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Ethiopia ePHEM System Overview</dc:title>
  <dc:creator>Ali Abdulla</dc:creator>
  <cp:lastModifiedBy>Ali Abdulla</cp:lastModifiedBy>
  <cp:revision>9</cp:revision>
  <dcterms:created xsi:type="dcterms:W3CDTF">2025-02-11T06:27:46Z</dcterms:created>
  <dcterms:modified xsi:type="dcterms:W3CDTF">2026-05-12T08:48:52Z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2025-02-11T00:00:00Z</vt:filetime>
  </property>
  <property fmtid="{D5CDD505-2E9C-101B-9397-08002B2CF9AE}" pid="3" name="Creator">
    <vt:lpwstr>Adobe Illustrator 29.2 (Macintosh)</vt:lpwstr>
  </property>
  <property fmtid="{D5CDD505-2E9C-101B-9397-08002B2CF9AE}" pid="4" name="LastSaved">
    <vt:filetime>2025-02-11T00:00:00Z</vt:filetime>
  </property>
  <property fmtid="{D5CDD505-2E9C-101B-9397-08002B2CF9AE}" pid="5" name="Producer">
    <vt:lpwstr>Adobe PDF library 17.00</vt:lpwstr>
  </property>
  <property fmtid="{D5CDD505-2E9C-101B-9397-08002B2CF9AE}" pid="6" name="ContentTypeId">
    <vt:lpwstr>0x01010018DFC3974F56844295E420FE765DA9E6</vt:lpwstr>
  </property>
  <property fmtid="{D5CDD505-2E9C-101B-9397-08002B2CF9AE}" pid="7" name="MSIP_Label_7b94a7b8-f06c-4dfe-bdcc-9b548fd58c31_Enabled">
    <vt:lpwstr>true</vt:lpwstr>
  </property>
  <property fmtid="{D5CDD505-2E9C-101B-9397-08002B2CF9AE}" pid="8" name="MSIP_Label_7b94a7b8-f06c-4dfe-bdcc-9b548fd58c31_SetDate">
    <vt:lpwstr>2026-05-12T08:48:52Z</vt:lpwstr>
  </property>
  <property fmtid="{D5CDD505-2E9C-101B-9397-08002B2CF9AE}" pid="9" name="MSIP_Label_7b94a7b8-f06c-4dfe-bdcc-9b548fd58c31_Method">
    <vt:lpwstr>Privileged</vt:lpwstr>
  </property>
  <property fmtid="{D5CDD505-2E9C-101B-9397-08002B2CF9AE}" pid="10" name="MSIP_Label_7b94a7b8-f06c-4dfe-bdcc-9b548fd58c31_Name">
    <vt:lpwstr>7b94a7b8-f06c-4dfe-bdcc-9b548fd58c31</vt:lpwstr>
  </property>
  <property fmtid="{D5CDD505-2E9C-101B-9397-08002B2CF9AE}" pid="11" name="MSIP_Label_7b94a7b8-f06c-4dfe-bdcc-9b548fd58c31_SiteId">
    <vt:lpwstr>9ce70869-60db-44fd-abe8-d2767077fc8f</vt:lpwstr>
  </property>
  <property fmtid="{D5CDD505-2E9C-101B-9397-08002B2CF9AE}" pid="12" name="MSIP_Label_7b94a7b8-f06c-4dfe-bdcc-9b548fd58c31_ActionId">
    <vt:lpwstr>ff33ab6d-ec07-4ef4-8216-dd85fb37866c</vt:lpwstr>
  </property>
  <property fmtid="{D5CDD505-2E9C-101B-9397-08002B2CF9AE}" pid="13" name="MSIP_Label_7b94a7b8-f06c-4dfe-bdcc-9b548fd58c31_ContentBits">
    <vt:lpwstr>0</vt:lpwstr>
  </property>
  <property fmtid="{D5CDD505-2E9C-101B-9397-08002B2CF9AE}" pid="14" name="MSIP_Label_7b94a7b8-f06c-4dfe-bdcc-9b548fd58c31_Tag">
    <vt:lpwstr>10, 0, 1, 2</vt:lpwstr>
  </property>
  <property fmtid="{D5CDD505-2E9C-101B-9397-08002B2CF9AE}" pid="15" name="MediaServiceImageTags">
    <vt:lpwstr/>
  </property>
</Properties>
</file>